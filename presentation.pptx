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8A9051-1120-4F82-82B0-0EC6274F9E4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2F0B91-9E25-4E19-A802-0CC0A6686761}">
      <dgm:prSet/>
      <dgm:spPr/>
      <dgm:t>
        <a:bodyPr/>
        <a:lstStyle/>
        <a:p>
          <a:r>
            <a:rPr lang="en-US"/>
            <a:t>Run AI model on dashcam feed</a:t>
          </a:r>
        </a:p>
      </dgm:t>
    </dgm:pt>
    <dgm:pt modelId="{6AF603C1-D06A-40EC-A0D6-C72A71DE579C}" type="parTrans" cxnId="{60E41328-0D68-42C4-A40A-D1ED706B9468}">
      <dgm:prSet/>
      <dgm:spPr/>
      <dgm:t>
        <a:bodyPr/>
        <a:lstStyle/>
        <a:p>
          <a:endParaRPr lang="en-US"/>
        </a:p>
      </dgm:t>
    </dgm:pt>
    <dgm:pt modelId="{B12F2D22-BCB3-4AA5-AA6B-E0D2FD988169}" type="sibTrans" cxnId="{60E41328-0D68-42C4-A40A-D1ED706B946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CA02BFA-0329-461A-B654-C3DC4EAE5FE1}">
      <dgm:prSet/>
      <dgm:spPr/>
      <dgm:t>
        <a:bodyPr/>
        <a:lstStyle/>
        <a:p>
          <a:r>
            <a:rPr lang="en-US"/>
            <a:t>Detect potholes in real time</a:t>
          </a:r>
        </a:p>
      </dgm:t>
    </dgm:pt>
    <dgm:pt modelId="{72DB7A86-7B51-4EA4-985F-59F8D58E9840}" type="parTrans" cxnId="{66A2A60B-D0DD-4C41-90FB-ADAE7EBF7886}">
      <dgm:prSet/>
      <dgm:spPr/>
      <dgm:t>
        <a:bodyPr/>
        <a:lstStyle/>
        <a:p>
          <a:endParaRPr lang="en-US"/>
        </a:p>
      </dgm:t>
    </dgm:pt>
    <dgm:pt modelId="{4A5B21DB-D81A-4B7F-BB6F-F9EFE22D1C30}" type="sibTrans" cxnId="{66A2A60B-D0DD-4C41-90FB-ADAE7EBF788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7828662-CD3F-409D-844E-B37F33F68E27}">
      <dgm:prSet/>
      <dgm:spPr/>
      <dgm:t>
        <a:bodyPr/>
        <a:lstStyle/>
        <a:p>
          <a:r>
            <a:rPr lang="en-US"/>
            <a:t>Confirm via voice (optional)</a:t>
          </a:r>
        </a:p>
      </dgm:t>
    </dgm:pt>
    <dgm:pt modelId="{2CF7920F-4653-4C6A-AD1A-1C9D090B7E47}" type="parTrans" cxnId="{BE151C4C-A551-452E-B5E4-3165862480C7}">
      <dgm:prSet/>
      <dgm:spPr/>
      <dgm:t>
        <a:bodyPr/>
        <a:lstStyle/>
        <a:p>
          <a:endParaRPr lang="en-US"/>
        </a:p>
      </dgm:t>
    </dgm:pt>
    <dgm:pt modelId="{3B800B89-3797-4E04-AC79-E29C334F5C32}" type="sibTrans" cxnId="{BE151C4C-A551-452E-B5E4-3165862480C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1622C9B-43D1-4B73-A96F-F7E16C220E24}">
      <dgm:prSet/>
      <dgm:spPr/>
      <dgm:t>
        <a:bodyPr/>
        <a:lstStyle/>
        <a:p>
          <a:r>
            <a:rPr lang="en-US"/>
            <a:t>Auto-report to cloud database</a:t>
          </a:r>
        </a:p>
      </dgm:t>
    </dgm:pt>
    <dgm:pt modelId="{E231D3FC-ED2B-4D48-B7B6-63F073428EE4}" type="parTrans" cxnId="{3F997099-B47C-4248-9222-AEA364B00339}">
      <dgm:prSet/>
      <dgm:spPr/>
      <dgm:t>
        <a:bodyPr/>
        <a:lstStyle/>
        <a:p>
          <a:endParaRPr lang="en-US"/>
        </a:p>
      </dgm:t>
    </dgm:pt>
    <dgm:pt modelId="{9645CD73-83BC-4422-A9D9-7C355CF814A2}" type="sibTrans" cxnId="{3F997099-B47C-4248-9222-AEA364B0033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019CF51B-5059-4B97-995B-697B24070583}">
      <dgm:prSet/>
      <dgm:spPr/>
      <dgm:t>
        <a:bodyPr/>
        <a:lstStyle/>
        <a:p>
          <a:r>
            <a:rPr lang="en-US"/>
            <a:t>Display alerts in mobile app</a:t>
          </a:r>
        </a:p>
      </dgm:t>
    </dgm:pt>
    <dgm:pt modelId="{FB4CFBA1-B62D-410D-A7FE-F7AAF02E0769}" type="parTrans" cxnId="{754DB191-FEF1-4721-8221-E9A06501A990}">
      <dgm:prSet/>
      <dgm:spPr/>
      <dgm:t>
        <a:bodyPr/>
        <a:lstStyle/>
        <a:p>
          <a:endParaRPr lang="en-US"/>
        </a:p>
      </dgm:t>
    </dgm:pt>
    <dgm:pt modelId="{60C2AE10-546C-431C-BB7D-068696F92C5C}" type="sibTrans" cxnId="{754DB191-FEF1-4721-8221-E9A06501A99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935874BD-54B0-4DD5-A6C1-40F5AA3A9A0E}" type="pres">
      <dgm:prSet presAssocID="{988A9051-1120-4F82-82B0-0EC6274F9E4C}" presName="Name0" presStyleCnt="0">
        <dgm:presLayoutVars>
          <dgm:animLvl val="lvl"/>
          <dgm:resizeHandles val="exact"/>
        </dgm:presLayoutVars>
      </dgm:prSet>
      <dgm:spPr/>
    </dgm:pt>
    <dgm:pt modelId="{E9B03F61-C405-4F5E-BDB5-797B49302728}" type="pres">
      <dgm:prSet presAssocID="{742F0B91-9E25-4E19-A802-0CC0A6686761}" presName="compositeNode" presStyleCnt="0">
        <dgm:presLayoutVars>
          <dgm:bulletEnabled val="1"/>
        </dgm:presLayoutVars>
      </dgm:prSet>
      <dgm:spPr/>
    </dgm:pt>
    <dgm:pt modelId="{4364F667-F81B-44A0-AC51-741535F8027D}" type="pres">
      <dgm:prSet presAssocID="{742F0B91-9E25-4E19-A802-0CC0A6686761}" presName="bgRect" presStyleLbl="bgAccFollowNode1" presStyleIdx="0" presStyleCnt="5"/>
      <dgm:spPr/>
    </dgm:pt>
    <dgm:pt modelId="{6BBDF2B8-05C9-4F5E-8B6A-6DF73FA111C1}" type="pres">
      <dgm:prSet presAssocID="{B12F2D22-BCB3-4AA5-AA6B-E0D2FD988169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7928E0B0-7129-4F4A-A32B-07AAB6A7964C}" type="pres">
      <dgm:prSet presAssocID="{742F0B91-9E25-4E19-A802-0CC0A6686761}" presName="bottomLine" presStyleLbl="alignNode1" presStyleIdx="1" presStyleCnt="10">
        <dgm:presLayoutVars/>
      </dgm:prSet>
      <dgm:spPr/>
    </dgm:pt>
    <dgm:pt modelId="{C12BF169-8EE5-4D6F-A498-6359ECA27E21}" type="pres">
      <dgm:prSet presAssocID="{742F0B91-9E25-4E19-A802-0CC0A6686761}" presName="nodeText" presStyleLbl="bgAccFollowNode1" presStyleIdx="0" presStyleCnt="5">
        <dgm:presLayoutVars>
          <dgm:bulletEnabled val="1"/>
        </dgm:presLayoutVars>
      </dgm:prSet>
      <dgm:spPr/>
    </dgm:pt>
    <dgm:pt modelId="{E5F4CDEC-2616-47FA-88D2-1718FD4EAC3F}" type="pres">
      <dgm:prSet presAssocID="{B12F2D22-BCB3-4AA5-AA6B-E0D2FD988169}" presName="sibTrans" presStyleCnt="0"/>
      <dgm:spPr/>
    </dgm:pt>
    <dgm:pt modelId="{11A7EC71-9582-48DE-B743-66DCF3321C1D}" type="pres">
      <dgm:prSet presAssocID="{ECA02BFA-0329-461A-B654-C3DC4EAE5FE1}" presName="compositeNode" presStyleCnt="0">
        <dgm:presLayoutVars>
          <dgm:bulletEnabled val="1"/>
        </dgm:presLayoutVars>
      </dgm:prSet>
      <dgm:spPr/>
    </dgm:pt>
    <dgm:pt modelId="{39C3A8D1-457F-46C7-A294-054135A4CBA7}" type="pres">
      <dgm:prSet presAssocID="{ECA02BFA-0329-461A-B654-C3DC4EAE5FE1}" presName="bgRect" presStyleLbl="bgAccFollowNode1" presStyleIdx="1" presStyleCnt="5"/>
      <dgm:spPr/>
    </dgm:pt>
    <dgm:pt modelId="{6C6BF39F-3D3C-408A-A609-97A3586D9996}" type="pres">
      <dgm:prSet presAssocID="{4A5B21DB-D81A-4B7F-BB6F-F9EFE22D1C30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30171C57-2CF8-4006-B1DF-A56961223666}" type="pres">
      <dgm:prSet presAssocID="{ECA02BFA-0329-461A-B654-C3DC4EAE5FE1}" presName="bottomLine" presStyleLbl="alignNode1" presStyleIdx="3" presStyleCnt="10">
        <dgm:presLayoutVars/>
      </dgm:prSet>
      <dgm:spPr/>
    </dgm:pt>
    <dgm:pt modelId="{3C464701-02B4-421E-B25C-B27E829B834E}" type="pres">
      <dgm:prSet presAssocID="{ECA02BFA-0329-461A-B654-C3DC4EAE5FE1}" presName="nodeText" presStyleLbl="bgAccFollowNode1" presStyleIdx="1" presStyleCnt="5">
        <dgm:presLayoutVars>
          <dgm:bulletEnabled val="1"/>
        </dgm:presLayoutVars>
      </dgm:prSet>
      <dgm:spPr/>
    </dgm:pt>
    <dgm:pt modelId="{0037AD4D-20AA-49AF-B02D-FA870BA9D46B}" type="pres">
      <dgm:prSet presAssocID="{4A5B21DB-D81A-4B7F-BB6F-F9EFE22D1C30}" presName="sibTrans" presStyleCnt="0"/>
      <dgm:spPr/>
    </dgm:pt>
    <dgm:pt modelId="{9BD1EC7A-4FB2-4889-BD1F-E6AFCB4CFED2}" type="pres">
      <dgm:prSet presAssocID="{D7828662-CD3F-409D-844E-B37F33F68E27}" presName="compositeNode" presStyleCnt="0">
        <dgm:presLayoutVars>
          <dgm:bulletEnabled val="1"/>
        </dgm:presLayoutVars>
      </dgm:prSet>
      <dgm:spPr/>
    </dgm:pt>
    <dgm:pt modelId="{2CD1A9A4-4F75-4149-8C32-3A38DCEA0EC3}" type="pres">
      <dgm:prSet presAssocID="{D7828662-CD3F-409D-844E-B37F33F68E27}" presName="bgRect" presStyleLbl="bgAccFollowNode1" presStyleIdx="2" presStyleCnt="5"/>
      <dgm:spPr/>
    </dgm:pt>
    <dgm:pt modelId="{6C8C77B8-311C-4D29-A368-0031DE008569}" type="pres">
      <dgm:prSet presAssocID="{3B800B89-3797-4E04-AC79-E29C334F5C32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C852F91B-5BA3-464A-B797-6B89873788BC}" type="pres">
      <dgm:prSet presAssocID="{D7828662-CD3F-409D-844E-B37F33F68E27}" presName="bottomLine" presStyleLbl="alignNode1" presStyleIdx="5" presStyleCnt="10">
        <dgm:presLayoutVars/>
      </dgm:prSet>
      <dgm:spPr/>
    </dgm:pt>
    <dgm:pt modelId="{39603AAB-0587-4263-9358-E7D1F58B7449}" type="pres">
      <dgm:prSet presAssocID="{D7828662-CD3F-409D-844E-B37F33F68E27}" presName="nodeText" presStyleLbl="bgAccFollowNode1" presStyleIdx="2" presStyleCnt="5">
        <dgm:presLayoutVars>
          <dgm:bulletEnabled val="1"/>
        </dgm:presLayoutVars>
      </dgm:prSet>
      <dgm:spPr/>
    </dgm:pt>
    <dgm:pt modelId="{C6F981B2-DF41-49CE-BC9A-BC20CCC8F9C2}" type="pres">
      <dgm:prSet presAssocID="{3B800B89-3797-4E04-AC79-E29C334F5C32}" presName="sibTrans" presStyleCnt="0"/>
      <dgm:spPr/>
    </dgm:pt>
    <dgm:pt modelId="{4B7CD0C2-B9B1-47C2-B76E-A80D64DBE8EE}" type="pres">
      <dgm:prSet presAssocID="{C1622C9B-43D1-4B73-A96F-F7E16C220E24}" presName="compositeNode" presStyleCnt="0">
        <dgm:presLayoutVars>
          <dgm:bulletEnabled val="1"/>
        </dgm:presLayoutVars>
      </dgm:prSet>
      <dgm:spPr/>
    </dgm:pt>
    <dgm:pt modelId="{D1188B00-7FB4-43DD-B495-D1A93057A535}" type="pres">
      <dgm:prSet presAssocID="{C1622C9B-43D1-4B73-A96F-F7E16C220E24}" presName="bgRect" presStyleLbl="bgAccFollowNode1" presStyleIdx="3" presStyleCnt="5"/>
      <dgm:spPr/>
    </dgm:pt>
    <dgm:pt modelId="{CFD1A4A5-13F7-4F65-A7BF-C34F225C32EF}" type="pres">
      <dgm:prSet presAssocID="{9645CD73-83BC-4422-A9D9-7C355CF814A2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4AD89D72-67A7-4E00-A098-194B57E79569}" type="pres">
      <dgm:prSet presAssocID="{C1622C9B-43D1-4B73-A96F-F7E16C220E24}" presName="bottomLine" presStyleLbl="alignNode1" presStyleIdx="7" presStyleCnt="10">
        <dgm:presLayoutVars/>
      </dgm:prSet>
      <dgm:spPr/>
    </dgm:pt>
    <dgm:pt modelId="{F41CBE16-F182-4BB2-990B-FAA06F6B7F35}" type="pres">
      <dgm:prSet presAssocID="{C1622C9B-43D1-4B73-A96F-F7E16C220E24}" presName="nodeText" presStyleLbl="bgAccFollowNode1" presStyleIdx="3" presStyleCnt="5">
        <dgm:presLayoutVars>
          <dgm:bulletEnabled val="1"/>
        </dgm:presLayoutVars>
      </dgm:prSet>
      <dgm:spPr/>
    </dgm:pt>
    <dgm:pt modelId="{8432E2FA-9DED-4B64-8606-2C235F4B333C}" type="pres">
      <dgm:prSet presAssocID="{9645CD73-83BC-4422-A9D9-7C355CF814A2}" presName="sibTrans" presStyleCnt="0"/>
      <dgm:spPr/>
    </dgm:pt>
    <dgm:pt modelId="{DD551062-7B8A-4318-A36C-5CC404872C10}" type="pres">
      <dgm:prSet presAssocID="{019CF51B-5059-4B97-995B-697B24070583}" presName="compositeNode" presStyleCnt="0">
        <dgm:presLayoutVars>
          <dgm:bulletEnabled val="1"/>
        </dgm:presLayoutVars>
      </dgm:prSet>
      <dgm:spPr/>
    </dgm:pt>
    <dgm:pt modelId="{DC842AD8-6D30-4017-B0DB-96768617155B}" type="pres">
      <dgm:prSet presAssocID="{019CF51B-5059-4B97-995B-697B24070583}" presName="bgRect" presStyleLbl="bgAccFollowNode1" presStyleIdx="4" presStyleCnt="5"/>
      <dgm:spPr/>
    </dgm:pt>
    <dgm:pt modelId="{11935A48-1ADF-43F7-9E56-463279B0D762}" type="pres">
      <dgm:prSet presAssocID="{60C2AE10-546C-431C-BB7D-068696F92C5C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875A0945-332D-41A9-A027-E1CE703C7409}" type="pres">
      <dgm:prSet presAssocID="{019CF51B-5059-4B97-995B-697B24070583}" presName="bottomLine" presStyleLbl="alignNode1" presStyleIdx="9" presStyleCnt="10">
        <dgm:presLayoutVars/>
      </dgm:prSet>
      <dgm:spPr/>
    </dgm:pt>
    <dgm:pt modelId="{8D584074-D98C-4504-8E51-8EAF79BE71EC}" type="pres">
      <dgm:prSet presAssocID="{019CF51B-5059-4B97-995B-697B24070583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66A2A60B-D0DD-4C41-90FB-ADAE7EBF7886}" srcId="{988A9051-1120-4F82-82B0-0EC6274F9E4C}" destId="{ECA02BFA-0329-461A-B654-C3DC4EAE5FE1}" srcOrd="1" destOrd="0" parTransId="{72DB7A86-7B51-4EA4-985F-59F8D58E9840}" sibTransId="{4A5B21DB-D81A-4B7F-BB6F-F9EFE22D1C30}"/>
    <dgm:cxn modelId="{60E41328-0D68-42C4-A40A-D1ED706B9468}" srcId="{988A9051-1120-4F82-82B0-0EC6274F9E4C}" destId="{742F0B91-9E25-4E19-A802-0CC0A6686761}" srcOrd="0" destOrd="0" parTransId="{6AF603C1-D06A-40EC-A0D6-C72A71DE579C}" sibTransId="{B12F2D22-BCB3-4AA5-AA6B-E0D2FD988169}"/>
    <dgm:cxn modelId="{1113582C-5DD6-4B68-A9DB-3CB73E14909E}" type="presOf" srcId="{742F0B91-9E25-4E19-A802-0CC0A6686761}" destId="{4364F667-F81B-44A0-AC51-741535F8027D}" srcOrd="0" destOrd="0" presId="urn:microsoft.com/office/officeart/2016/7/layout/BasicLinearProcessNumbered"/>
    <dgm:cxn modelId="{D9BAAA3E-9FF7-4AE6-9716-DD3A3E4C0EF4}" type="presOf" srcId="{988A9051-1120-4F82-82B0-0EC6274F9E4C}" destId="{935874BD-54B0-4DD5-A6C1-40F5AA3A9A0E}" srcOrd="0" destOrd="0" presId="urn:microsoft.com/office/officeart/2016/7/layout/BasicLinearProcessNumbered"/>
    <dgm:cxn modelId="{6AC83245-6C1E-4628-B88F-E3ED20703AC5}" type="presOf" srcId="{4A5B21DB-D81A-4B7F-BB6F-F9EFE22D1C30}" destId="{6C6BF39F-3D3C-408A-A609-97A3586D9996}" srcOrd="0" destOrd="0" presId="urn:microsoft.com/office/officeart/2016/7/layout/BasicLinearProcessNumbered"/>
    <dgm:cxn modelId="{5B54E166-C36C-4B5D-8BB7-D6EC7A78C38E}" type="presOf" srcId="{9645CD73-83BC-4422-A9D9-7C355CF814A2}" destId="{CFD1A4A5-13F7-4F65-A7BF-C34F225C32EF}" srcOrd="0" destOrd="0" presId="urn:microsoft.com/office/officeart/2016/7/layout/BasicLinearProcessNumbered"/>
    <dgm:cxn modelId="{BE151C4C-A551-452E-B5E4-3165862480C7}" srcId="{988A9051-1120-4F82-82B0-0EC6274F9E4C}" destId="{D7828662-CD3F-409D-844E-B37F33F68E27}" srcOrd="2" destOrd="0" parTransId="{2CF7920F-4653-4C6A-AD1A-1C9D090B7E47}" sibTransId="{3B800B89-3797-4E04-AC79-E29C334F5C32}"/>
    <dgm:cxn modelId="{4DF0F04C-6B8B-4550-AD8B-07C763EC16A9}" type="presOf" srcId="{ECA02BFA-0329-461A-B654-C3DC4EAE5FE1}" destId="{3C464701-02B4-421E-B25C-B27E829B834E}" srcOrd="1" destOrd="0" presId="urn:microsoft.com/office/officeart/2016/7/layout/BasicLinearProcessNumbered"/>
    <dgm:cxn modelId="{9DDAE772-15E0-472A-8324-876C1C6A85A9}" type="presOf" srcId="{019CF51B-5059-4B97-995B-697B24070583}" destId="{8D584074-D98C-4504-8E51-8EAF79BE71EC}" srcOrd="1" destOrd="0" presId="urn:microsoft.com/office/officeart/2016/7/layout/BasicLinearProcessNumbered"/>
    <dgm:cxn modelId="{407EFE79-F21D-4248-9CDE-BAA229BC01DE}" type="presOf" srcId="{60C2AE10-546C-431C-BB7D-068696F92C5C}" destId="{11935A48-1ADF-43F7-9E56-463279B0D762}" srcOrd="0" destOrd="0" presId="urn:microsoft.com/office/officeart/2016/7/layout/BasicLinearProcessNumbered"/>
    <dgm:cxn modelId="{9B09DB8D-2D40-4322-9BF7-57D13484D853}" type="presOf" srcId="{ECA02BFA-0329-461A-B654-C3DC4EAE5FE1}" destId="{39C3A8D1-457F-46C7-A294-054135A4CBA7}" srcOrd="0" destOrd="0" presId="urn:microsoft.com/office/officeart/2016/7/layout/BasicLinearProcessNumbered"/>
    <dgm:cxn modelId="{754DB191-FEF1-4721-8221-E9A06501A990}" srcId="{988A9051-1120-4F82-82B0-0EC6274F9E4C}" destId="{019CF51B-5059-4B97-995B-697B24070583}" srcOrd="4" destOrd="0" parTransId="{FB4CFBA1-B62D-410D-A7FE-F7AAF02E0769}" sibTransId="{60C2AE10-546C-431C-BB7D-068696F92C5C}"/>
    <dgm:cxn modelId="{3992F395-9142-4B2A-BF7B-9AED47673634}" type="presOf" srcId="{742F0B91-9E25-4E19-A802-0CC0A6686761}" destId="{C12BF169-8EE5-4D6F-A498-6359ECA27E21}" srcOrd="1" destOrd="0" presId="urn:microsoft.com/office/officeart/2016/7/layout/BasicLinearProcessNumbered"/>
    <dgm:cxn modelId="{71E82197-4AC7-40EE-98AC-82FCE2222554}" type="presOf" srcId="{B12F2D22-BCB3-4AA5-AA6B-E0D2FD988169}" destId="{6BBDF2B8-05C9-4F5E-8B6A-6DF73FA111C1}" srcOrd="0" destOrd="0" presId="urn:microsoft.com/office/officeart/2016/7/layout/BasicLinearProcessNumbered"/>
    <dgm:cxn modelId="{3F997099-B47C-4248-9222-AEA364B00339}" srcId="{988A9051-1120-4F82-82B0-0EC6274F9E4C}" destId="{C1622C9B-43D1-4B73-A96F-F7E16C220E24}" srcOrd="3" destOrd="0" parTransId="{E231D3FC-ED2B-4D48-B7B6-63F073428EE4}" sibTransId="{9645CD73-83BC-4422-A9D9-7C355CF814A2}"/>
    <dgm:cxn modelId="{1BB07FB6-408B-4C52-BC81-F2D334DC736A}" type="presOf" srcId="{D7828662-CD3F-409D-844E-B37F33F68E27}" destId="{39603AAB-0587-4263-9358-E7D1F58B7449}" srcOrd="1" destOrd="0" presId="urn:microsoft.com/office/officeart/2016/7/layout/BasicLinearProcessNumbered"/>
    <dgm:cxn modelId="{04548FD6-E236-4D81-A07F-23C585E803F0}" type="presOf" srcId="{3B800B89-3797-4E04-AC79-E29C334F5C32}" destId="{6C8C77B8-311C-4D29-A368-0031DE008569}" srcOrd="0" destOrd="0" presId="urn:microsoft.com/office/officeart/2016/7/layout/BasicLinearProcessNumbered"/>
    <dgm:cxn modelId="{C475BFEE-114D-48D0-9D80-58BC63EEBBA6}" type="presOf" srcId="{C1622C9B-43D1-4B73-A96F-F7E16C220E24}" destId="{D1188B00-7FB4-43DD-B495-D1A93057A535}" srcOrd="0" destOrd="0" presId="urn:microsoft.com/office/officeart/2016/7/layout/BasicLinearProcessNumbered"/>
    <dgm:cxn modelId="{22DA98F2-01C0-485F-A68A-FA127D7C91FE}" type="presOf" srcId="{C1622C9B-43D1-4B73-A96F-F7E16C220E24}" destId="{F41CBE16-F182-4BB2-990B-FAA06F6B7F35}" srcOrd="1" destOrd="0" presId="urn:microsoft.com/office/officeart/2016/7/layout/BasicLinearProcessNumbered"/>
    <dgm:cxn modelId="{D45089F3-3718-4183-8EF5-EC5E369478E3}" type="presOf" srcId="{019CF51B-5059-4B97-995B-697B24070583}" destId="{DC842AD8-6D30-4017-B0DB-96768617155B}" srcOrd="0" destOrd="0" presId="urn:microsoft.com/office/officeart/2016/7/layout/BasicLinearProcessNumbered"/>
    <dgm:cxn modelId="{C0B3C2F5-9027-4647-A64B-24839DEA1F70}" type="presOf" srcId="{D7828662-CD3F-409D-844E-B37F33F68E27}" destId="{2CD1A9A4-4F75-4149-8C32-3A38DCEA0EC3}" srcOrd="0" destOrd="0" presId="urn:microsoft.com/office/officeart/2016/7/layout/BasicLinearProcessNumbered"/>
    <dgm:cxn modelId="{EDDCB2BE-3C4D-45F8-BAD5-D2B9E86015AB}" type="presParOf" srcId="{935874BD-54B0-4DD5-A6C1-40F5AA3A9A0E}" destId="{E9B03F61-C405-4F5E-BDB5-797B49302728}" srcOrd="0" destOrd="0" presId="urn:microsoft.com/office/officeart/2016/7/layout/BasicLinearProcessNumbered"/>
    <dgm:cxn modelId="{2C702183-A5A6-439C-8BF9-CCEEB657334B}" type="presParOf" srcId="{E9B03F61-C405-4F5E-BDB5-797B49302728}" destId="{4364F667-F81B-44A0-AC51-741535F8027D}" srcOrd="0" destOrd="0" presId="urn:microsoft.com/office/officeart/2016/7/layout/BasicLinearProcessNumbered"/>
    <dgm:cxn modelId="{2650D9C3-FFA6-4971-AB24-942097EAD0E1}" type="presParOf" srcId="{E9B03F61-C405-4F5E-BDB5-797B49302728}" destId="{6BBDF2B8-05C9-4F5E-8B6A-6DF73FA111C1}" srcOrd="1" destOrd="0" presId="urn:microsoft.com/office/officeart/2016/7/layout/BasicLinearProcessNumbered"/>
    <dgm:cxn modelId="{97A9462E-F19C-4292-BCBF-098CE349CB93}" type="presParOf" srcId="{E9B03F61-C405-4F5E-BDB5-797B49302728}" destId="{7928E0B0-7129-4F4A-A32B-07AAB6A7964C}" srcOrd="2" destOrd="0" presId="urn:microsoft.com/office/officeart/2016/7/layout/BasicLinearProcessNumbered"/>
    <dgm:cxn modelId="{F72E97B9-98EB-4998-A2FD-A7E0E8BDF8FB}" type="presParOf" srcId="{E9B03F61-C405-4F5E-BDB5-797B49302728}" destId="{C12BF169-8EE5-4D6F-A498-6359ECA27E21}" srcOrd="3" destOrd="0" presId="urn:microsoft.com/office/officeart/2016/7/layout/BasicLinearProcessNumbered"/>
    <dgm:cxn modelId="{852FF549-CBD7-47E4-9D65-C9BEE570FEF2}" type="presParOf" srcId="{935874BD-54B0-4DD5-A6C1-40F5AA3A9A0E}" destId="{E5F4CDEC-2616-47FA-88D2-1718FD4EAC3F}" srcOrd="1" destOrd="0" presId="urn:microsoft.com/office/officeart/2016/7/layout/BasicLinearProcessNumbered"/>
    <dgm:cxn modelId="{8588B0DF-B0FB-4E8D-AE16-09439AF558CF}" type="presParOf" srcId="{935874BD-54B0-4DD5-A6C1-40F5AA3A9A0E}" destId="{11A7EC71-9582-48DE-B743-66DCF3321C1D}" srcOrd="2" destOrd="0" presId="urn:microsoft.com/office/officeart/2016/7/layout/BasicLinearProcessNumbered"/>
    <dgm:cxn modelId="{EB31AE8E-EFD5-4812-A7C7-2883DDB19A68}" type="presParOf" srcId="{11A7EC71-9582-48DE-B743-66DCF3321C1D}" destId="{39C3A8D1-457F-46C7-A294-054135A4CBA7}" srcOrd="0" destOrd="0" presId="urn:microsoft.com/office/officeart/2016/7/layout/BasicLinearProcessNumbered"/>
    <dgm:cxn modelId="{97C0A0ED-F2B5-485C-97F8-CD4E478AB1C0}" type="presParOf" srcId="{11A7EC71-9582-48DE-B743-66DCF3321C1D}" destId="{6C6BF39F-3D3C-408A-A609-97A3586D9996}" srcOrd="1" destOrd="0" presId="urn:microsoft.com/office/officeart/2016/7/layout/BasicLinearProcessNumbered"/>
    <dgm:cxn modelId="{996A42B8-2CE4-4437-8EF6-7AF43CCB93EA}" type="presParOf" srcId="{11A7EC71-9582-48DE-B743-66DCF3321C1D}" destId="{30171C57-2CF8-4006-B1DF-A56961223666}" srcOrd="2" destOrd="0" presId="urn:microsoft.com/office/officeart/2016/7/layout/BasicLinearProcessNumbered"/>
    <dgm:cxn modelId="{71F8450B-C1EF-4B1B-8776-FDBFD8328D76}" type="presParOf" srcId="{11A7EC71-9582-48DE-B743-66DCF3321C1D}" destId="{3C464701-02B4-421E-B25C-B27E829B834E}" srcOrd="3" destOrd="0" presId="urn:microsoft.com/office/officeart/2016/7/layout/BasicLinearProcessNumbered"/>
    <dgm:cxn modelId="{950EDDE3-C2DD-4222-895C-221991024499}" type="presParOf" srcId="{935874BD-54B0-4DD5-A6C1-40F5AA3A9A0E}" destId="{0037AD4D-20AA-49AF-B02D-FA870BA9D46B}" srcOrd="3" destOrd="0" presId="urn:microsoft.com/office/officeart/2016/7/layout/BasicLinearProcessNumbered"/>
    <dgm:cxn modelId="{28B67548-9A6D-49DE-9C79-B1090D6FFE35}" type="presParOf" srcId="{935874BD-54B0-4DD5-A6C1-40F5AA3A9A0E}" destId="{9BD1EC7A-4FB2-4889-BD1F-E6AFCB4CFED2}" srcOrd="4" destOrd="0" presId="urn:microsoft.com/office/officeart/2016/7/layout/BasicLinearProcessNumbered"/>
    <dgm:cxn modelId="{FBC395BD-9F90-4DAF-8E5C-90C20AEC83AB}" type="presParOf" srcId="{9BD1EC7A-4FB2-4889-BD1F-E6AFCB4CFED2}" destId="{2CD1A9A4-4F75-4149-8C32-3A38DCEA0EC3}" srcOrd="0" destOrd="0" presId="urn:microsoft.com/office/officeart/2016/7/layout/BasicLinearProcessNumbered"/>
    <dgm:cxn modelId="{3DB1BC97-C304-4188-B1DE-EF6BBD47F153}" type="presParOf" srcId="{9BD1EC7A-4FB2-4889-BD1F-E6AFCB4CFED2}" destId="{6C8C77B8-311C-4D29-A368-0031DE008569}" srcOrd="1" destOrd="0" presId="urn:microsoft.com/office/officeart/2016/7/layout/BasicLinearProcessNumbered"/>
    <dgm:cxn modelId="{8F96052D-C65A-4A33-9AC7-58CECC126FB4}" type="presParOf" srcId="{9BD1EC7A-4FB2-4889-BD1F-E6AFCB4CFED2}" destId="{C852F91B-5BA3-464A-B797-6B89873788BC}" srcOrd="2" destOrd="0" presId="urn:microsoft.com/office/officeart/2016/7/layout/BasicLinearProcessNumbered"/>
    <dgm:cxn modelId="{28A94C4B-ACA6-415F-B6C7-A329A99DA663}" type="presParOf" srcId="{9BD1EC7A-4FB2-4889-BD1F-E6AFCB4CFED2}" destId="{39603AAB-0587-4263-9358-E7D1F58B7449}" srcOrd="3" destOrd="0" presId="urn:microsoft.com/office/officeart/2016/7/layout/BasicLinearProcessNumbered"/>
    <dgm:cxn modelId="{A25C559E-EA03-47EB-A1AB-CD5E2EB8D982}" type="presParOf" srcId="{935874BD-54B0-4DD5-A6C1-40F5AA3A9A0E}" destId="{C6F981B2-DF41-49CE-BC9A-BC20CCC8F9C2}" srcOrd="5" destOrd="0" presId="urn:microsoft.com/office/officeart/2016/7/layout/BasicLinearProcessNumbered"/>
    <dgm:cxn modelId="{C119A3D4-D2B4-47FA-BF10-97E3EE0A6029}" type="presParOf" srcId="{935874BD-54B0-4DD5-A6C1-40F5AA3A9A0E}" destId="{4B7CD0C2-B9B1-47C2-B76E-A80D64DBE8EE}" srcOrd="6" destOrd="0" presId="urn:microsoft.com/office/officeart/2016/7/layout/BasicLinearProcessNumbered"/>
    <dgm:cxn modelId="{38990620-3F9D-47FA-A312-29004BAEC472}" type="presParOf" srcId="{4B7CD0C2-B9B1-47C2-B76E-A80D64DBE8EE}" destId="{D1188B00-7FB4-43DD-B495-D1A93057A535}" srcOrd="0" destOrd="0" presId="urn:microsoft.com/office/officeart/2016/7/layout/BasicLinearProcessNumbered"/>
    <dgm:cxn modelId="{280B8612-4365-4AE5-A240-E30705BB70A1}" type="presParOf" srcId="{4B7CD0C2-B9B1-47C2-B76E-A80D64DBE8EE}" destId="{CFD1A4A5-13F7-4F65-A7BF-C34F225C32EF}" srcOrd="1" destOrd="0" presId="urn:microsoft.com/office/officeart/2016/7/layout/BasicLinearProcessNumbered"/>
    <dgm:cxn modelId="{6C9EFB10-07E3-4EFE-AE45-A78DFEFFBD91}" type="presParOf" srcId="{4B7CD0C2-B9B1-47C2-B76E-A80D64DBE8EE}" destId="{4AD89D72-67A7-4E00-A098-194B57E79569}" srcOrd="2" destOrd="0" presId="urn:microsoft.com/office/officeart/2016/7/layout/BasicLinearProcessNumbered"/>
    <dgm:cxn modelId="{33603636-1DE9-4752-A15D-145FDAC24782}" type="presParOf" srcId="{4B7CD0C2-B9B1-47C2-B76E-A80D64DBE8EE}" destId="{F41CBE16-F182-4BB2-990B-FAA06F6B7F35}" srcOrd="3" destOrd="0" presId="urn:microsoft.com/office/officeart/2016/7/layout/BasicLinearProcessNumbered"/>
    <dgm:cxn modelId="{1D6F60AC-2A1E-496E-AA22-DDB3312718B6}" type="presParOf" srcId="{935874BD-54B0-4DD5-A6C1-40F5AA3A9A0E}" destId="{8432E2FA-9DED-4B64-8606-2C235F4B333C}" srcOrd="7" destOrd="0" presId="urn:microsoft.com/office/officeart/2016/7/layout/BasicLinearProcessNumbered"/>
    <dgm:cxn modelId="{D1FC2A8D-3775-4573-B636-4D293CD954C2}" type="presParOf" srcId="{935874BD-54B0-4DD5-A6C1-40F5AA3A9A0E}" destId="{DD551062-7B8A-4318-A36C-5CC404872C10}" srcOrd="8" destOrd="0" presId="urn:microsoft.com/office/officeart/2016/7/layout/BasicLinearProcessNumbered"/>
    <dgm:cxn modelId="{FC083E27-CE32-476E-A96B-50EBCF1EE99E}" type="presParOf" srcId="{DD551062-7B8A-4318-A36C-5CC404872C10}" destId="{DC842AD8-6D30-4017-B0DB-96768617155B}" srcOrd="0" destOrd="0" presId="urn:microsoft.com/office/officeart/2016/7/layout/BasicLinearProcessNumbered"/>
    <dgm:cxn modelId="{DD74ED9A-70A6-4EDC-9099-D66BB2CFBD91}" type="presParOf" srcId="{DD551062-7B8A-4318-A36C-5CC404872C10}" destId="{11935A48-1ADF-43F7-9E56-463279B0D762}" srcOrd="1" destOrd="0" presId="urn:microsoft.com/office/officeart/2016/7/layout/BasicLinearProcessNumbered"/>
    <dgm:cxn modelId="{020CB0E0-3BE7-4E6C-B8C7-9D02879AA1FF}" type="presParOf" srcId="{DD551062-7B8A-4318-A36C-5CC404872C10}" destId="{875A0945-332D-41A9-A027-E1CE703C7409}" srcOrd="2" destOrd="0" presId="urn:microsoft.com/office/officeart/2016/7/layout/BasicLinearProcessNumbered"/>
    <dgm:cxn modelId="{0496BF33-924C-47AF-BC38-18064948745E}" type="presParOf" srcId="{DD551062-7B8A-4318-A36C-5CC404872C10}" destId="{8D584074-D98C-4504-8E51-8EAF79BE71E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702ACC-8601-428D-AE11-2E3F5C0493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09DFFA-B5F8-4DB9-BE65-2232242DCDBC}">
      <dgm:prSet/>
      <dgm:spPr/>
      <dgm:t>
        <a:bodyPr/>
        <a:lstStyle/>
        <a:p>
          <a:r>
            <a:rPr lang="en-US"/>
            <a:t>Real-time object detection</a:t>
          </a:r>
        </a:p>
      </dgm:t>
    </dgm:pt>
    <dgm:pt modelId="{AC7FEA79-01D1-4A7B-87DA-09E85F94302B}" type="parTrans" cxnId="{1FF9B1AA-BB8A-42E3-8E8A-75310C4CB580}">
      <dgm:prSet/>
      <dgm:spPr/>
      <dgm:t>
        <a:bodyPr/>
        <a:lstStyle/>
        <a:p>
          <a:endParaRPr lang="en-US"/>
        </a:p>
      </dgm:t>
    </dgm:pt>
    <dgm:pt modelId="{8409A704-C50E-4985-95C4-B1CE27DDFC63}" type="sibTrans" cxnId="{1FF9B1AA-BB8A-42E3-8E8A-75310C4CB580}">
      <dgm:prSet/>
      <dgm:spPr/>
      <dgm:t>
        <a:bodyPr/>
        <a:lstStyle/>
        <a:p>
          <a:endParaRPr lang="en-US"/>
        </a:p>
      </dgm:t>
    </dgm:pt>
    <dgm:pt modelId="{9F5B710C-AB62-47A8-801A-9D2961E8DB8A}">
      <dgm:prSet/>
      <dgm:spPr/>
      <dgm:t>
        <a:bodyPr/>
        <a:lstStyle/>
        <a:p>
          <a:r>
            <a:rPr lang="en-US"/>
            <a:t>Configurable confidence threshold</a:t>
          </a:r>
        </a:p>
      </dgm:t>
    </dgm:pt>
    <dgm:pt modelId="{F9C4FF33-A0A5-44D5-A467-59BE5673B01F}" type="parTrans" cxnId="{184F2397-EECE-4F8C-99D6-A1A6D9A6A53D}">
      <dgm:prSet/>
      <dgm:spPr/>
      <dgm:t>
        <a:bodyPr/>
        <a:lstStyle/>
        <a:p>
          <a:endParaRPr lang="en-US"/>
        </a:p>
      </dgm:t>
    </dgm:pt>
    <dgm:pt modelId="{F5331666-A509-40A8-90A0-E187551A8243}" type="sibTrans" cxnId="{184F2397-EECE-4F8C-99D6-A1A6D9A6A53D}">
      <dgm:prSet/>
      <dgm:spPr/>
      <dgm:t>
        <a:bodyPr/>
        <a:lstStyle/>
        <a:p>
          <a:endParaRPr lang="en-US"/>
        </a:p>
      </dgm:t>
    </dgm:pt>
    <dgm:pt modelId="{155BB0CB-305C-4549-AFBB-DBB4CD17547A}">
      <dgm:prSet/>
      <dgm:spPr/>
      <dgm:t>
        <a:bodyPr/>
        <a:lstStyle/>
        <a:p>
          <a:r>
            <a:rPr lang="en-US"/>
            <a:t>Webcam or dashcam input</a:t>
          </a:r>
        </a:p>
      </dgm:t>
    </dgm:pt>
    <dgm:pt modelId="{A210151D-BD03-4C25-BA24-1C62C553EEC4}" type="parTrans" cxnId="{290D94DA-8ECE-4A6A-BCFB-C0AC90D0EBC1}">
      <dgm:prSet/>
      <dgm:spPr/>
      <dgm:t>
        <a:bodyPr/>
        <a:lstStyle/>
        <a:p>
          <a:endParaRPr lang="en-US"/>
        </a:p>
      </dgm:t>
    </dgm:pt>
    <dgm:pt modelId="{954F3685-F343-4FF7-9582-0E0E59A1A3B3}" type="sibTrans" cxnId="{290D94DA-8ECE-4A6A-BCFB-C0AC90D0EBC1}">
      <dgm:prSet/>
      <dgm:spPr/>
      <dgm:t>
        <a:bodyPr/>
        <a:lstStyle/>
        <a:p>
          <a:endParaRPr lang="en-US"/>
        </a:p>
      </dgm:t>
    </dgm:pt>
    <dgm:pt modelId="{E52CBD17-6F14-41EB-95F8-703732BC5C96}">
      <dgm:prSet/>
      <dgm:spPr/>
      <dgm:t>
        <a:bodyPr/>
        <a:lstStyle/>
        <a:p>
          <a:r>
            <a:rPr lang="en-US"/>
            <a:t>Headless reporting mode</a:t>
          </a:r>
        </a:p>
      </dgm:t>
    </dgm:pt>
    <dgm:pt modelId="{090CEAAF-C530-492D-833E-C61AF1624533}" type="parTrans" cxnId="{7A42DEA7-3334-49A1-AFC7-0742AA00537E}">
      <dgm:prSet/>
      <dgm:spPr/>
      <dgm:t>
        <a:bodyPr/>
        <a:lstStyle/>
        <a:p>
          <a:endParaRPr lang="en-US"/>
        </a:p>
      </dgm:t>
    </dgm:pt>
    <dgm:pt modelId="{0B035028-E16A-4469-9974-746FB8857250}" type="sibTrans" cxnId="{7A42DEA7-3334-49A1-AFC7-0742AA00537E}">
      <dgm:prSet/>
      <dgm:spPr/>
      <dgm:t>
        <a:bodyPr/>
        <a:lstStyle/>
        <a:p>
          <a:endParaRPr lang="en-US"/>
        </a:p>
      </dgm:t>
    </dgm:pt>
    <dgm:pt modelId="{FF4F86D2-28BD-4736-8C7E-E87C53C3624B}">
      <dgm:prSet/>
      <dgm:spPr/>
      <dgm:t>
        <a:bodyPr/>
        <a:lstStyle/>
        <a:p>
          <a:r>
            <a:rPr lang="en-US"/>
            <a:t>Optimized for live inference</a:t>
          </a:r>
        </a:p>
      </dgm:t>
    </dgm:pt>
    <dgm:pt modelId="{C61AE2D2-A0E3-44C0-8260-B8E42BBC9D61}" type="parTrans" cxnId="{0817C2E0-4DDB-414D-AF48-C3656F75B3CC}">
      <dgm:prSet/>
      <dgm:spPr/>
      <dgm:t>
        <a:bodyPr/>
        <a:lstStyle/>
        <a:p>
          <a:endParaRPr lang="en-US"/>
        </a:p>
      </dgm:t>
    </dgm:pt>
    <dgm:pt modelId="{E6F439D1-01D7-4388-931B-604559A5F3E4}" type="sibTrans" cxnId="{0817C2E0-4DDB-414D-AF48-C3656F75B3CC}">
      <dgm:prSet/>
      <dgm:spPr/>
      <dgm:t>
        <a:bodyPr/>
        <a:lstStyle/>
        <a:p>
          <a:endParaRPr lang="en-US"/>
        </a:p>
      </dgm:t>
    </dgm:pt>
    <dgm:pt modelId="{7A5FB1AC-A67E-44AE-A879-E923FA1BEFD0}" type="pres">
      <dgm:prSet presAssocID="{1A702ACC-8601-428D-AE11-2E3F5C049393}" presName="root" presStyleCnt="0">
        <dgm:presLayoutVars>
          <dgm:dir/>
          <dgm:resizeHandles val="exact"/>
        </dgm:presLayoutVars>
      </dgm:prSet>
      <dgm:spPr/>
    </dgm:pt>
    <dgm:pt modelId="{1072201D-1D92-4FAD-8CBA-30047CB02BF5}" type="pres">
      <dgm:prSet presAssocID="{F509DFFA-B5F8-4DB9-BE65-2232242DCDBC}" presName="compNode" presStyleCnt="0"/>
      <dgm:spPr/>
    </dgm:pt>
    <dgm:pt modelId="{00C3430A-B96D-466F-BBBA-54A7D54A1BFD}" type="pres">
      <dgm:prSet presAssocID="{F509DFFA-B5F8-4DB9-BE65-2232242DCDBC}" presName="bgRect" presStyleLbl="bgShp" presStyleIdx="0" presStyleCnt="5"/>
      <dgm:spPr/>
    </dgm:pt>
    <dgm:pt modelId="{0B9979BD-FB5D-4DD6-A885-13C488A7ABB3}" type="pres">
      <dgm:prSet presAssocID="{F509DFFA-B5F8-4DB9-BE65-2232242DCDB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217D02A-88B1-4DB4-AB91-34F06E3B8D6E}" type="pres">
      <dgm:prSet presAssocID="{F509DFFA-B5F8-4DB9-BE65-2232242DCDBC}" presName="spaceRect" presStyleCnt="0"/>
      <dgm:spPr/>
    </dgm:pt>
    <dgm:pt modelId="{FACAF866-ED51-4CAA-B9FC-69C782DA0F6C}" type="pres">
      <dgm:prSet presAssocID="{F509DFFA-B5F8-4DB9-BE65-2232242DCDBC}" presName="parTx" presStyleLbl="revTx" presStyleIdx="0" presStyleCnt="5">
        <dgm:presLayoutVars>
          <dgm:chMax val="0"/>
          <dgm:chPref val="0"/>
        </dgm:presLayoutVars>
      </dgm:prSet>
      <dgm:spPr/>
    </dgm:pt>
    <dgm:pt modelId="{9F43CE1B-4C72-4A32-BA89-33BE5FB7D057}" type="pres">
      <dgm:prSet presAssocID="{8409A704-C50E-4985-95C4-B1CE27DDFC63}" presName="sibTrans" presStyleCnt="0"/>
      <dgm:spPr/>
    </dgm:pt>
    <dgm:pt modelId="{983E1227-0804-4E92-A3C4-2AD93E9CC3CC}" type="pres">
      <dgm:prSet presAssocID="{9F5B710C-AB62-47A8-801A-9D2961E8DB8A}" presName="compNode" presStyleCnt="0"/>
      <dgm:spPr/>
    </dgm:pt>
    <dgm:pt modelId="{814596AF-A0EB-4771-A6CE-F77B8F985A55}" type="pres">
      <dgm:prSet presAssocID="{9F5B710C-AB62-47A8-801A-9D2961E8DB8A}" presName="bgRect" presStyleLbl="bgShp" presStyleIdx="1" presStyleCnt="5"/>
      <dgm:spPr/>
    </dgm:pt>
    <dgm:pt modelId="{A0F41C07-3D43-4837-A6DD-E3C28C5E80BD}" type="pres">
      <dgm:prSet presAssocID="{9F5B710C-AB62-47A8-801A-9D2961E8DB8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90BBA1A-94B1-41E6-BAC4-C1990018D6AD}" type="pres">
      <dgm:prSet presAssocID="{9F5B710C-AB62-47A8-801A-9D2961E8DB8A}" presName="spaceRect" presStyleCnt="0"/>
      <dgm:spPr/>
    </dgm:pt>
    <dgm:pt modelId="{2983F8EA-6DBF-4BEE-ADC1-A375986DF324}" type="pres">
      <dgm:prSet presAssocID="{9F5B710C-AB62-47A8-801A-9D2961E8DB8A}" presName="parTx" presStyleLbl="revTx" presStyleIdx="1" presStyleCnt="5">
        <dgm:presLayoutVars>
          <dgm:chMax val="0"/>
          <dgm:chPref val="0"/>
        </dgm:presLayoutVars>
      </dgm:prSet>
      <dgm:spPr/>
    </dgm:pt>
    <dgm:pt modelId="{D8DF50E4-5552-47BB-AAF4-150F380ECCBA}" type="pres">
      <dgm:prSet presAssocID="{F5331666-A509-40A8-90A0-E187551A8243}" presName="sibTrans" presStyleCnt="0"/>
      <dgm:spPr/>
    </dgm:pt>
    <dgm:pt modelId="{F2E32917-C6F6-4F2E-BBF9-04A86D6CD77A}" type="pres">
      <dgm:prSet presAssocID="{155BB0CB-305C-4549-AFBB-DBB4CD17547A}" presName="compNode" presStyleCnt="0"/>
      <dgm:spPr/>
    </dgm:pt>
    <dgm:pt modelId="{CB9830EE-77E6-4556-9E04-AE93D11B086C}" type="pres">
      <dgm:prSet presAssocID="{155BB0CB-305C-4549-AFBB-DBB4CD17547A}" presName="bgRect" presStyleLbl="bgShp" presStyleIdx="2" presStyleCnt="5"/>
      <dgm:spPr/>
    </dgm:pt>
    <dgm:pt modelId="{C0280D55-E538-4786-84D1-76C377D76541}" type="pres">
      <dgm:prSet presAssocID="{155BB0CB-305C-4549-AFBB-DBB4CD17547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815955C4-8F5F-4D22-8512-C74FA2F0D835}" type="pres">
      <dgm:prSet presAssocID="{155BB0CB-305C-4549-AFBB-DBB4CD17547A}" presName="spaceRect" presStyleCnt="0"/>
      <dgm:spPr/>
    </dgm:pt>
    <dgm:pt modelId="{2F080106-3099-4DBE-9183-399A0647C224}" type="pres">
      <dgm:prSet presAssocID="{155BB0CB-305C-4549-AFBB-DBB4CD17547A}" presName="parTx" presStyleLbl="revTx" presStyleIdx="2" presStyleCnt="5">
        <dgm:presLayoutVars>
          <dgm:chMax val="0"/>
          <dgm:chPref val="0"/>
        </dgm:presLayoutVars>
      </dgm:prSet>
      <dgm:spPr/>
    </dgm:pt>
    <dgm:pt modelId="{629EB1B6-E754-4100-B9F6-E71BFA8C83F3}" type="pres">
      <dgm:prSet presAssocID="{954F3685-F343-4FF7-9582-0E0E59A1A3B3}" presName="sibTrans" presStyleCnt="0"/>
      <dgm:spPr/>
    </dgm:pt>
    <dgm:pt modelId="{567626E1-28E5-4938-BBC8-11A726C87F76}" type="pres">
      <dgm:prSet presAssocID="{E52CBD17-6F14-41EB-95F8-703732BC5C96}" presName="compNode" presStyleCnt="0"/>
      <dgm:spPr/>
    </dgm:pt>
    <dgm:pt modelId="{9C63F1FD-9C19-4609-9CAE-245F99A08EAA}" type="pres">
      <dgm:prSet presAssocID="{E52CBD17-6F14-41EB-95F8-703732BC5C96}" presName="bgRect" presStyleLbl="bgShp" presStyleIdx="3" presStyleCnt="5"/>
      <dgm:spPr/>
    </dgm:pt>
    <dgm:pt modelId="{97C5DC24-5628-48D6-BBAC-CA9D1F84FF6B}" type="pres">
      <dgm:prSet presAssocID="{E52CBD17-6F14-41EB-95F8-703732BC5C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A7278A0-9561-4570-BB83-E865F18E6A85}" type="pres">
      <dgm:prSet presAssocID="{E52CBD17-6F14-41EB-95F8-703732BC5C96}" presName="spaceRect" presStyleCnt="0"/>
      <dgm:spPr/>
    </dgm:pt>
    <dgm:pt modelId="{AB71E591-0BDC-4A3A-9E32-FD1B5C0B493F}" type="pres">
      <dgm:prSet presAssocID="{E52CBD17-6F14-41EB-95F8-703732BC5C96}" presName="parTx" presStyleLbl="revTx" presStyleIdx="3" presStyleCnt="5">
        <dgm:presLayoutVars>
          <dgm:chMax val="0"/>
          <dgm:chPref val="0"/>
        </dgm:presLayoutVars>
      </dgm:prSet>
      <dgm:spPr/>
    </dgm:pt>
    <dgm:pt modelId="{CFD6C60B-5461-4C83-966F-3FE1C7E843BA}" type="pres">
      <dgm:prSet presAssocID="{0B035028-E16A-4469-9974-746FB8857250}" presName="sibTrans" presStyleCnt="0"/>
      <dgm:spPr/>
    </dgm:pt>
    <dgm:pt modelId="{F28BCC41-FDA7-4E24-9C0D-3F334D4D5375}" type="pres">
      <dgm:prSet presAssocID="{FF4F86D2-28BD-4736-8C7E-E87C53C3624B}" presName="compNode" presStyleCnt="0"/>
      <dgm:spPr/>
    </dgm:pt>
    <dgm:pt modelId="{709019D6-AE35-4AA1-8730-609B4F4624AB}" type="pres">
      <dgm:prSet presAssocID="{FF4F86D2-28BD-4736-8C7E-E87C53C3624B}" presName="bgRect" presStyleLbl="bgShp" presStyleIdx="4" presStyleCnt="5"/>
      <dgm:spPr/>
    </dgm:pt>
    <dgm:pt modelId="{ADB96BFC-D366-4617-BB84-7DE3D336D48B}" type="pres">
      <dgm:prSet presAssocID="{FF4F86D2-28BD-4736-8C7E-E87C53C362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193B89D-5658-4D52-9849-FF857D355DF8}" type="pres">
      <dgm:prSet presAssocID="{FF4F86D2-28BD-4736-8C7E-E87C53C3624B}" presName="spaceRect" presStyleCnt="0"/>
      <dgm:spPr/>
    </dgm:pt>
    <dgm:pt modelId="{1EE0C4DC-6493-4E8E-A803-FEC65B8AEEEB}" type="pres">
      <dgm:prSet presAssocID="{FF4F86D2-28BD-4736-8C7E-E87C53C3624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9F1F24-5225-49A4-B5DF-787CA3864962}" type="presOf" srcId="{E52CBD17-6F14-41EB-95F8-703732BC5C96}" destId="{AB71E591-0BDC-4A3A-9E32-FD1B5C0B493F}" srcOrd="0" destOrd="0" presId="urn:microsoft.com/office/officeart/2018/2/layout/IconVerticalSolidList"/>
    <dgm:cxn modelId="{ADA6897E-EE90-4546-AA63-85DF801CE787}" type="presOf" srcId="{F509DFFA-B5F8-4DB9-BE65-2232242DCDBC}" destId="{FACAF866-ED51-4CAA-B9FC-69C782DA0F6C}" srcOrd="0" destOrd="0" presId="urn:microsoft.com/office/officeart/2018/2/layout/IconVerticalSolidList"/>
    <dgm:cxn modelId="{184F2397-EECE-4F8C-99D6-A1A6D9A6A53D}" srcId="{1A702ACC-8601-428D-AE11-2E3F5C049393}" destId="{9F5B710C-AB62-47A8-801A-9D2961E8DB8A}" srcOrd="1" destOrd="0" parTransId="{F9C4FF33-A0A5-44D5-A467-59BE5673B01F}" sibTransId="{F5331666-A509-40A8-90A0-E187551A8243}"/>
    <dgm:cxn modelId="{7A42DEA7-3334-49A1-AFC7-0742AA00537E}" srcId="{1A702ACC-8601-428D-AE11-2E3F5C049393}" destId="{E52CBD17-6F14-41EB-95F8-703732BC5C96}" srcOrd="3" destOrd="0" parTransId="{090CEAAF-C530-492D-833E-C61AF1624533}" sibTransId="{0B035028-E16A-4469-9974-746FB8857250}"/>
    <dgm:cxn modelId="{1FF9B1AA-BB8A-42E3-8E8A-75310C4CB580}" srcId="{1A702ACC-8601-428D-AE11-2E3F5C049393}" destId="{F509DFFA-B5F8-4DB9-BE65-2232242DCDBC}" srcOrd="0" destOrd="0" parTransId="{AC7FEA79-01D1-4A7B-87DA-09E85F94302B}" sibTransId="{8409A704-C50E-4985-95C4-B1CE27DDFC63}"/>
    <dgm:cxn modelId="{8AA9CCAC-232D-42C1-8D14-CBC5566511F1}" type="presOf" srcId="{155BB0CB-305C-4549-AFBB-DBB4CD17547A}" destId="{2F080106-3099-4DBE-9183-399A0647C224}" srcOrd="0" destOrd="0" presId="urn:microsoft.com/office/officeart/2018/2/layout/IconVerticalSolidList"/>
    <dgm:cxn modelId="{2265BDB9-4379-4E0C-BDB5-6CAB2E6A7BFD}" type="presOf" srcId="{FF4F86D2-28BD-4736-8C7E-E87C53C3624B}" destId="{1EE0C4DC-6493-4E8E-A803-FEC65B8AEEEB}" srcOrd="0" destOrd="0" presId="urn:microsoft.com/office/officeart/2018/2/layout/IconVerticalSolidList"/>
    <dgm:cxn modelId="{00C73CBC-5095-455B-B487-C534967BB598}" type="presOf" srcId="{9F5B710C-AB62-47A8-801A-9D2961E8DB8A}" destId="{2983F8EA-6DBF-4BEE-ADC1-A375986DF324}" srcOrd="0" destOrd="0" presId="urn:microsoft.com/office/officeart/2018/2/layout/IconVerticalSolidList"/>
    <dgm:cxn modelId="{290D94DA-8ECE-4A6A-BCFB-C0AC90D0EBC1}" srcId="{1A702ACC-8601-428D-AE11-2E3F5C049393}" destId="{155BB0CB-305C-4549-AFBB-DBB4CD17547A}" srcOrd="2" destOrd="0" parTransId="{A210151D-BD03-4C25-BA24-1C62C553EEC4}" sibTransId="{954F3685-F343-4FF7-9582-0E0E59A1A3B3}"/>
    <dgm:cxn modelId="{0817C2E0-4DDB-414D-AF48-C3656F75B3CC}" srcId="{1A702ACC-8601-428D-AE11-2E3F5C049393}" destId="{FF4F86D2-28BD-4736-8C7E-E87C53C3624B}" srcOrd="4" destOrd="0" parTransId="{C61AE2D2-A0E3-44C0-8260-B8E42BBC9D61}" sibTransId="{E6F439D1-01D7-4388-931B-604559A5F3E4}"/>
    <dgm:cxn modelId="{FDDF85F7-05B6-4D04-8DDE-7820FAA50F0A}" type="presOf" srcId="{1A702ACC-8601-428D-AE11-2E3F5C049393}" destId="{7A5FB1AC-A67E-44AE-A879-E923FA1BEFD0}" srcOrd="0" destOrd="0" presId="urn:microsoft.com/office/officeart/2018/2/layout/IconVerticalSolidList"/>
    <dgm:cxn modelId="{A3739A8D-92C6-4320-9A8E-0CAC8CFE541E}" type="presParOf" srcId="{7A5FB1AC-A67E-44AE-A879-E923FA1BEFD0}" destId="{1072201D-1D92-4FAD-8CBA-30047CB02BF5}" srcOrd="0" destOrd="0" presId="urn:microsoft.com/office/officeart/2018/2/layout/IconVerticalSolidList"/>
    <dgm:cxn modelId="{3AAAE8B3-0976-4429-8596-78892B0DDE38}" type="presParOf" srcId="{1072201D-1D92-4FAD-8CBA-30047CB02BF5}" destId="{00C3430A-B96D-466F-BBBA-54A7D54A1BFD}" srcOrd="0" destOrd="0" presId="urn:microsoft.com/office/officeart/2018/2/layout/IconVerticalSolidList"/>
    <dgm:cxn modelId="{26DB573A-0FD4-471F-BB22-924357690037}" type="presParOf" srcId="{1072201D-1D92-4FAD-8CBA-30047CB02BF5}" destId="{0B9979BD-FB5D-4DD6-A885-13C488A7ABB3}" srcOrd="1" destOrd="0" presId="urn:microsoft.com/office/officeart/2018/2/layout/IconVerticalSolidList"/>
    <dgm:cxn modelId="{7F5968A3-8194-4BD4-A46A-90BF7E0FE6EB}" type="presParOf" srcId="{1072201D-1D92-4FAD-8CBA-30047CB02BF5}" destId="{5217D02A-88B1-4DB4-AB91-34F06E3B8D6E}" srcOrd="2" destOrd="0" presId="urn:microsoft.com/office/officeart/2018/2/layout/IconVerticalSolidList"/>
    <dgm:cxn modelId="{AF1C3A14-8474-4818-B340-DE49A382430D}" type="presParOf" srcId="{1072201D-1D92-4FAD-8CBA-30047CB02BF5}" destId="{FACAF866-ED51-4CAA-B9FC-69C782DA0F6C}" srcOrd="3" destOrd="0" presId="urn:microsoft.com/office/officeart/2018/2/layout/IconVerticalSolidList"/>
    <dgm:cxn modelId="{33A07295-8951-4907-ACB6-1DDA1024113C}" type="presParOf" srcId="{7A5FB1AC-A67E-44AE-A879-E923FA1BEFD0}" destId="{9F43CE1B-4C72-4A32-BA89-33BE5FB7D057}" srcOrd="1" destOrd="0" presId="urn:microsoft.com/office/officeart/2018/2/layout/IconVerticalSolidList"/>
    <dgm:cxn modelId="{DE25BF8A-4CC6-4F5B-B302-50F52DC3F2A8}" type="presParOf" srcId="{7A5FB1AC-A67E-44AE-A879-E923FA1BEFD0}" destId="{983E1227-0804-4E92-A3C4-2AD93E9CC3CC}" srcOrd="2" destOrd="0" presId="urn:microsoft.com/office/officeart/2018/2/layout/IconVerticalSolidList"/>
    <dgm:cxn modelId="{B8CD3098-D0FC-4BBE-9F38-EF2A0D3F6F10}" type="presParOf" srcId="{983E1227-0804-4E92-A3C4-2AD93E9CC3CC}" destId="{814596AF-A0EB-4771-A6CE-F77B8F985A55}" srcOrd="0" destOrd="0" presId="urn:microsoft.com/office/officeart/2018/2/layout/IconVerticalSolidList"/>
    <dgm:cxn modelId="{45939369-7AAB-4C77-901C-897BE3E66E66}" type="presParOf" srcId="{983E1227-0804-4E92-A3C4-2AD93E9CC3CC}" destId="{A0F41C07-3D43-4837-A6DD-E3C28C5E80BD}" srcOrd="1" destOrd="0" presId="urn:microsoft.com/office/officeart/2018/2/layout/IconVerticalSolidList"/>
    <dgm:cxn modelId="{AF46EA5E-2201-444C-8A05-E48B335887F1}" type="presParOf" srcId="{983E1227-0804-4E92-A3C4-2AD93E9CC3CC}" destId="{690BBA1A-94B1-41E6-BAC4-C1990018D6AD}" srcOrd="2" destOrd="0" presId="urn:microsoft.com/office/officeart/2018/2/layout/IconVerticalSolidList"/>
    <dgm:cxn modelId="{356653A9-9FC8-4A33-A26E-BE38E3F903C8}" type="presParOf" srcId="{983E1227-0804-4E92-A3C4-2AD93E9CC3CC}" destId="{2983F8EA-6DBF-4BEE-ADC1-A375986DF324}" srcOrd="3" destOrd="0" presId="urn:microsoft.com/office/officeart/2018/2/layout/IconVerticalSolidList"/>
    <dgm:cxn modelId="{E96882C2-A287-4C1F-B421-191B5F0D790A}" type="presParOf" srcId="{7A5FB1AC-A67E-44AE-A879-E923FA1BEFD0}" destId="{D8DF50E4-5552-47BB-AAF4-150F380ECCBA}" srcOrd="3" destOrd="0" presId="urn:microsoft.com/office/officeart/2018/2/layout/IconVerticalSolidList"/>
    <dgm:cxn modelId="{5EE57018-231C-4026-B517-C4E2183DBDE6}" type="presParOf" srcId="{7A5FB1AC-A67E-44AE-A879-E923FA1BEFD0}" destId="{F2E32917-C6F6-4F2E-BBF9-04A86D6CD77A}" srcOrd="4" destOrd="0" presId="urn:microsoft.com/office/officeart/2018/2/layout/IconVerticalSolidList"/>
    <dgm:cxn modelId="{F2914633-6E21-4E31-BB6E-BA18A0DFC410}" type="presParOf" srcId="{F2E32917-C6F6-4F2E-BBF9-04A86D6CD77A}" destId="{CB9830EE-77E6-4556-9E04-AE93D11B086C}" srcOrd="0" destOrd="0" presId="urn:microsoft.com/office/officeart/2018/2/layout/IconVerticalSolidList"/>
    <dgm:cxn modelId="{4643C314-72C0-43A5-8CCF-26AC50FBB843}" type="presParOf" srcId="{F2E32917-C6F6-4F2E-BBF9-04A86D6CD77A}" destId="{C0280D55-E538-4786-84D1-76C377D76541}" srcOrd="1" destOrd="0" presId="urn:microsoft.com/office/officeart/2018/2/layout/IconVerticalSolidList"/>
    <dgm:cxn modelId="{74AE541C-1B86-44E4-8C1A-49951B56F65F}" type="presParOf" srcId="{F2E32917-C6F6-4F2E-BBF9-04A86D6CD77A}" destId="{815955C4-8F5F-4D22-8512-C74FA2F0D835}" srcOrd="2" destOrd="0" presId="urn:microsoft.com/office/officeart/2018/2/layout/IconVerticalSolidList"/>
    <dgm:cxn modelId="{1FCB7FCF-1BAE-4F3D-9FE8-851EC812EB69}" type="presParOf" srcId="{F2E32917-C6F6-4F2E-BBF9-04A86D6CD77A}" destId="{2F080106-3099-4DBE-9183-399A0647C224}" srcOrd="3" destOrd="0" presId="urn:microsoft.com/office/officeart/2018/2/layout/IconVerticalSolidList"/>
    <dgm:cxn modelId="{B07F3D0F-0545-447E-B323-21CC8CB59025}" type="presParOf" srcId="{7A5FB1AC-A67E-44AE-A879-E923FA1BEFD0}" destId="{629EB1B6-E754-4100-B9F6-E71BFA8C83F3}" srcOrd="5" destOrd="0" presId="urn:microsoft.com/office/officeart/2018/2/layout/IconVerticalSolidList"/>
    <dgm:cxn modelId="{9851700D-9029-4E7F-BC18-37BC244F2BEE}" type="presParOf" srcId="{7A5FB1AC-A67E-44AE-A879-E923FA1BEFD0}" destId="{567626E1-28E5-4938-BBC8-11A726C87F76}" srcOrd="6" destOrd="0" presId="urn:microsoft.com/office/officeart/2018/2/layout/IconVerticalSolidList"/>
    <dgm:cxn modelId="{2517BFEA-D788-4D1F-BE41-4395576F11E7}" type="presParOf" srcId="{567626E1-28E5-4938-BBC8-11A726C87F76}" destId="{9C63F1FD-9C19-4609-9CAE-245F99A08EAA}" srcOrd="0" destOrd="0" presId="urn:microsoft.com/office/officeart/2018/2/layout/IconVerticalSolidList"/>
    <dgm:cxn modelId="{A016C63E-EC7D-46C4-A6E6-6E1FCD7FBE9E}" type="presParOf" srcId="{567626E1-28E5-4938-BBC8-11A726C87F76}" destId="{97C5DC24-5628-48D6-BBAC-CA9D1F84FF6B}" srcOrd="1" destOrd="0" presId="urn:microsoft.com/office/officeart/2018/2/layout/IconVerticalSolidList"/>
    <dgm:cxn modelId="{E9D706C1-A89C-420E-BA9D-3F74DA7570A3}" type="presParOf" srcId="{567626E1-28E5-4938-BBC8-11A726C87F76}" destId="{8A7278A0-9561-4570-BB83-E865F18E6A85}" srcOrd="2" destOrd="0" presId="urn:microsoft.com/office/officeart/2018/2/layout/IconVerticalSolidList"/>
    <dgm:cxn modelId="{0ED0BA80-6070-40EE-A69B-11723E926718}" type="presParOf" srcId="{567626E1-28E5-4938-BBC8-11A726C87F76}" destId="{AB71E591-0BDC-4A3A-9E32-FD1B5C0B493F}" srcOrd="3" destOrd="0" presId="urn:microsoft.com/office/officeart/2018/2/layout/IconVerticalSolidList"/>
    <dgm:cxn modelId="{22AAC9EE-A01A-4AF9-B2E1-D2EB861BBDE1}" type="presParOf" srcId="{7A5FB1AC-A67E-44AE-A879-E923FA1BEFD0}" destId="{CFD6C60B-5461-4C83-966F-3FE1C7E843BA}" srcOrd="7" destOrd="0" presId="urn:microsoft.com/office/officeart/2018/2/layout/IconVerticalSolidList"/>
    <dgm:cxn modelId="{A94765D7-FFCF-4DA7-882C-C6A942D4717A}" type="presParOf" srcId="{7A5FB1AC-A67E-44AE-A879-E923FA1BEFD0}" destId="{F28BCC41-FDA7-4E24-9C0D-3F334D4D5375}" srcOrd="8" destOrd="0" presId="urn:microsoft.com/office/officeart/2018/2/layout/IconVerticalSolidList"/>
    <dgm:cxn modelId="{33C895E1-6081-41AF-9E42-C331D2D95190}" type="presParOf" srcId="{F28BCC41-FDA7-4E24-9C0D-3F334D4D5375}" destId="{709019D6-AE35-4AA1-8730-609B4F4624AB}" srcOrd="0" destOrd="0" presId="urn:microsoft.com/office/officeart/2018/2/layout/IconVerticalSolidList"/>
    <dgm:cxn modelId="{A9373533-F171-4F1B-9388-478061F04939}" type="presParOf" srcId="{F28BCC41-FDA7-4E24-9C0D-3F334D4D5375}" destId="{ADB96BFC-D366-4617-BB84-7DE3D336D48B}" srcOrd="1" destOrd="0" presId="urn:microsoft.com/office/officeart/2018/2/layout/IconVerticalSolidList"/>
    <dgm:cxn modelId="{7CC52203-E237-4FC5-8413-A4FC17819F52}" type="presParOf" srcId="{F28BCC41-FDA7-4E24-9C0D-3F334D4D5375}" destId="{1193B89D-5658-4D52-9849-FF857D355DF8}" srcOrd="2" destOrd="0" presId="urn:microsoft.com/office/officeart/2018/2/layout/IconVerticalSolidList"/>
    <dgm:cxn modelId="{2AF78050-DC2D-42A7-B74A-31BB82FA82EE}" type="presParOf" srcId="{F28BCC41-FDA7-4E24-9C0D-3F334D4D5375}" destId="{1EE0C4DC-6493-4E8E-A803-FEC65B8AEE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1378AA-CEE9-4B93-BA52-4A6837E341C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F3935F-7F16-48EC-9FBE-CBEB96B3C735}">
      <dgm:prSet/>
      <dgm:spPr/>
      <dgm:t>
        <a:bodyPr/>
        <a:lstStyle/>
        <a:p>
          <a:r>
            <a:rPr lang="en-US"/>
            <a:t>TTS Alert</a:t>
          </a:r>
        </a:p>
      </dgm:t>
    </dgm:pt>
    <dgm:pt modelId="{EB34D52A-1C36-4877-985A-457016C18B40}" type="parTrans" cxnId="{E428D39D-F94F-40E9-BCFF-4ED6348ABBFB}">
      <dgm:prSet/>
      <dgm:spPr/>
      <dgm:t>
        <a:bodyPr/>
        <a:lstStyle/>
        <a:p>
          <a:endParaRPr lang="en-US"/>
        </a:p>
      </dgm:t>
    </dgm:pt>
    <dgm:pt modelId="{C8FE5EC3-C2CA-458F-BD20-FC277F1B1765}" type="sibTrans" cxnId="{E428D39D-F94F-40E9-BCFF-4ED6348ABBFB}">
      <dgm:prSet/>
      <dgm:spPr/>
      <dgm:t>
        <a:bodyPr/>
        <a:lstStyle/>
        <a:p>
          <a:endParaRPr lang="en-US"/>
        </a:p>
      </dgm:t>
    </dgm:pt>
    <dgm:pt modelId="{DFFA9FBF-A9A9-4416-B72D-4C9870DFB024}">
      <dgm:prSet/>
      <dgm:spPr/>
      <dgm:t>
        <a:bodyPr/>
        <a:lstStyle/>
        <a:p>
          <a:r>
            <a:rPr lang="en-US"/>
            <a:t>Prevents false positives</a:t>
          </a:r>
        </a:p>
      </dgm:t>
    </dgm:pt>
    <dgm:pt modelId="{C05D333D-322F-4495-BC1F-4B212E298147}" type="parTrans" cxnId="{E71EB6F2-20A9-461B-B144-2DFD0791FABC}">
      <dgm:prSet/>
      <dgm:spPr/>
      <dgm:t>
        <a:bodyPr/>
        <a:lstStyle/>
        <a:p>
          <a:endParaRPr lang="en-US"/>
        </a:p>
      </dgm:t>
    </dgm:pt>
    <dgm:pt modelId="{D4907A87-A6FD-4C8A-8D22-31F313784534}" type="sibTrans" cxnId="{E71EB6F2-20A9-461B-B144-2DFD0791FABC}">
      <dgm:prSet/>
      <dgm:spPr/>
      <dgm:t>
        <a:bodyPr/>
        <a:lstStyle/>
        <a:p>
          <a:endParaRPr lang="en-US"/>
        </a:p>
      </dgm:t>
    </dgm:pt>
    <dgm:pt modelId="{6B8F669B-8169-4D99-877F-748FD5F19200}">
      <dgm:prSet/>
      <dgm:spPr/>
      <dgm:t>
        <a:bodyPr/>
        <a:lstStyle/>
        <a:p>
          <a:r>
            <a:rPr lang="en-US"/>
            <a:t>Improves report accuracy</a:t>
          </a:r>
        </a:p>
      </dgm:t>
    </dgm:pt>
    <dgm:pt modelId="{132C99EC-A416-4DD7-84CE-6224BCF08890}" type="parTrans" cxnId="{B40FFD2D-A8DD-4A9D-A4E2-001F32B296F4}">
      <dgm:prSet/>
      <dgm:spPr/>
      <dgm:t>
        <a:bodyPr/>
        <a:lstStyle/>
        <a:p>
          <a:endParaRPr lang="en-US"/>
        </a:p>
      </dgm:t>
    </dgm:pt>
    <dgm:pt modelId="{0B9F61EE-F87C-4B4B-B024-108EB5719063}" type="sibTrans" cxnId="{B40FFD2D-A8DD-4A9D-A4E2-001F32B296F4}">
      <dgm:prSet/>
      <dgm:spPr/>
      <dgm:t>
        <a:bodyPr/>
        <a:lstStyle/>
        <a:p>
          <a:endParaRPr lang="en-US"/>
        </a:p>
      </dgm:t>
    </dgm:pt>
    <dgm:pt modelId="{8782A8B3-2D36-47BD-B20C-00E4D3D35A58}" type="pres">
      <dgm:prSet presAssocID="{721378AA-CEE9-4B93-BA52-4A6837E341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08766B-0465-4301-BDEF-A88322B4B68D}" type="pres">
      <dgm:prSet presAssocID="{AAF3935F-7F16-48EC-9FBE-CBEB96B3C735}" presName="hierRoot1" presStyleCnt="0"/>
      <dgm:spPr/>
    </dgm:pt>
    <dgm:pt modelId="{BCA9684B-E868-4CCC-8EFD-C3F06657FDA5}" type="pres">
      <dgm:prSet presAssocID="{AAF3935F-7F16-48EC-9FBE-CBEB96B3C735}" presName="composite" presStyleCnt="0"/>
      <dgm:spPr/>
    </dgm:pt>
    <dgm:pt modelId="{07E8F793-A120-475F-9557-2B29C11DBB3C}" type="pres">
      <dgm:prSet presAssocID="{AAF3935F-7F16-48EC-9FBE-CBEB96B3C735}" presName="background" presStyleLbl="node0" presStyleIdx="0" presStyleCnt="3"/>
      <dgm:spPr/>
    </dgm:pt>
    <dgm:pt modelId="{598958B7-85BB-4944-947C-881A1624F6B6}" type="pres">
      <dgm:prSet presAssocID="{AAF3935F-7F16-48EC-9FBE-CBEB96B3C735}" presName="text" presStyleLbl="fgAcc0" presStyleIdx="0" presStyleCnt="3">
        <dgm:presLayoutVars>
          <dgm:chPref val="3"/>
        </dgm:presLayoutVars>
      </dgm:prSet>
      <dgm:spPr/>
    </dgm:pt>
    <dgm:pt modelId="{906C91CA-8485-4A38-8271-2AA560E6FA33}" type="pres">
      <dgm:prSet presAssocID="{AAF3935F-7F16-48EC-9FBE-CBEB96B3C735}" presName="hierChild2" presStyleCnt="0"/>
      <dgm:spPr/>
    </dgm:pt>
    <dgm:pt modelId="{181966C1-54C4-4AD1-BA33-2F730DD93495}" type="pres">
      <dgm:prSet presAssocID="{DFFA9FBF-A9A9-4416-B72D-4C9870DFB024}" presName="hierRoot1" presStyleCnt="0"/>
      <dgm:spPr/>
    </dgm:pt>
    <dgm:pt modelId="{8931E968-B802-4CF9-9A90-947D47D51132}" type="pres">
      <dgm:prSet presAssocID="{DFFA9FBF-A9A9-4416-B72D-4C9870DFB024}" presName="composite" presStyleCnt="0"/>
      <dgm:spPr/>
    </dgm:pt>
    <dgm:pt modelId="{2BE856CE-1054-40BA-92DB-07BB2AE7A215}" type="pres">
      <dgm:prSet presAssocID="{DFFA9FBF-A9A9-4416-B72D-4C9870DFB024}" presName="background" presStyleLbl="node0" presStyleIdx="1" presStyleCnt="3"/>
      <dgm:spPr/>
    </dgm:pt>
    <dgm:pt modelId="{A9AE8C9F-662A-436F-A4BF-F7A29176A502}" type="pres">
      <dgm:prSet presAssocID="{DFFA9FBF-A9A9-4416-B72D-4C9870DFB024}" presName="text" presStyleLbl="fgAcc0" presStyleIdx="1" presStyleCnt="3">
        <dgm:presLayoutVars>
          <dgm:chPref val="3"/>
        </dgm:presLayoutVars>
      </dgm:prSet>
      <dgm:spPr/>
    </dgm:pt>
    <dgm:pt modelId="{5412BFA6-1F88-45DA-A2F4-F76EFB870E38}" type="pres">
      <dgm:prSet presAssocID="{DFFA9FBF-A9A9-4416-B72D-4C9870DFB024}" presName="hierChild2" presStyleCnt="0"/>
      <dgm:spPr/>
    </dgm:pt>
    <dgm:pt modelId="{2F6C1977-6671-4858-B9D6-6341DCCCECD0}" type="pres">
      <dgm:prSet presAssocID="{6B8F669B-8169-4D99-877F-748FD5F19200}" presName="hierRoot1" presStyleCnt="0"/>
      <dgm:spPr/>
    </dgm:pt>
    <dgm:pt modelId="{495269B2-5BEE-46FC-9CF5-69C35D91EF40}" type="pres">
      <dgm:prSet presAssocID="{6B8F669B-8169-4D99-877F-748FD5F19200}" presName="composite" presStyleCnt="0"/>
      <dgm:spPr/>
    </dgm:pt>
    <dgm:pt modelId="{6521E677-8772-4347-8B6C-7892351199C4}" type="pres">
      <dgm:prSet presAssocID="{6B8F669B-8169-4D99-877F-748FD5F19200}" presName="background" presStyleLbl="node0" presStyleIdx="2" presStyleCnt="3"/>
      <dgm:spPr/>
    </dgm:pt>
    <dgm:pt modelId="{373C8A7B-02A5-414D-94BC-B5DEB11000EC}" type="pres">
      <dgm:prSet presAssocID="{6B8F669B-8169-4D99-877F-748FD5F19200}" presName="text" presStyleLbl="fgAcc0" presStyleIdx="2" presStyleCnt="3">
        <dgm:presLayoutVars>
          <dgm:chPref val="3"/>
        </dgm:presLayoutVars>
      </dgm:prSet>
      <dgm:spPr/>
    </dgm:pt>
    <dgm:pt modelId="{5C99E820-782D-4123-AC50-C3FF6A159F0F}" type="pres">
      <dgm:prSet presAssocID="{6B8F669B-8169-4D99-877F-748FD5F19200}" presName="hierChild2" presStyleCnt="0"/>
      <dgm:spPr/>
    </dgm:pt>
  </dgm:ptLst>
  <dgm:cxnLst>
    <dgm:cxn modelId="{B40FFD2D-A8DD-4A9D-A4E2-001F32B296F4}" srcId="{721378AA-CEE9-4B93-BA52-4A6837E341CF}" destId="{6B8F669B-8169-4D99-877F-748FD5F19200}" srcOrd="2" destOrd="0" parTransId="{132C99EC-A416-4DD7-84CE-6224BCF08890}" sibTransId="{0B9F61EE-F87C-4B4B-B024-108EB5719063}"/>
    <dgm:cxn modelId="{DD19DF5C-C88A-4A27-9889-ECE5D34CD37E}" type="presOf" srcId="{AAF3935F-7F16-48EC-9FBE-CBEB96B3C735}" destId="{598958B7-85BB-4944-947C-881A1624F6B6}" srcOrd="0" destOrd="0" presId="urn:microsoft.com/office/officeart/2005/8/layout/hierarchy1"/>
    <dgm:cxn modelId="{4B041991-0908-4D3E-B4E2-DFBD3C6F10DE}" type="presOf" srcId="{DFFA9FBF-A9A9-4416-B72D-4C9870DFB024}" destId="{A9AE8C9F-662A-436F-A4BF-F7A29176A502}" srcOrd="0" destOrd="0" presId="urn:microsoft.com/office/officeart/2005/8/layout/hierarchy1"/>
    <dgm:cxn modelId="{3A18509B-1A18-4433-B87D-3E2B510D91D0}" type="presOf" srcId="{6B8F669B-8169-4D99-877F-748FD5F19200}" destId="{373C8A7B-02A5-414D-94BC-B5DEB11000EC}" srcOrd="0" destOrd="0" presId="urn:microsoft.com/office/officeart/2005/8/layout/hierarchy1"/>
    <dgm:cxn modelId="{E428D39D-F94F-40E9-BCFF-4ED6348ABBFB}" srcId="{721378AA-CEE9-4B93-BA52-4A6837E341CF}" destId="{AAF3935F-7F16-48EC-9FBE-CBEB96B3C735}" srcOrd="0" destOrd="0" parTransId="{EB34D52A-1C36-4877-985A-457016C18B40}" sibTransId="{C8FE5EC3-C2CA-458F-BD20-FC277F1B1765}"/>
    <dgm:cxn modelId="{FF3FE1A6-1EA9-490F-80C1-03EA62F63D41}" type="presOf" srcId="{721378AA-CEE9-4B93-BA52-4A6837E341CF}" destId="{8782A8B3-2D36-47BD-B20C-00E4D3D35A58}" srcOrd="0" destOrd="0" presId="urn:microsoft.com/office/officeart/2005/8/layout/hierarchy1"/>
    <dgm:cxn modelId="{E71EB6F2-20A9-461B-B144-2DFD0791FABC}" srcId="{721378AA-CEE9-4B93-BA52-4A6837E341CF}" destId="{DFFA9FBF-A9A9-4416-B72D-4C9870DFB024}" srcOrd="1" destOrd="0" parTransId="{C05D333D-322F-4495-BC1F-4B212E298147}" sibTransId="{D4907A87-A6FD-4C8A-8D22-31F313784534}"/>
    <dgm:cxn modelId="{6AD900E4-9C9A-4790-A83A-8651A2B76FE3}" type="presParOf" srcId="{8782A8B3-2D36-47BD-B20C-00E4D3D35A58}" destId="{DF08766B-0465-4301-BDEF-A88322B4B68D}" srcOrd="0" destOrd="0" presId="urn:microsoft.com/office/officeart/2005/8/layout/hierarchy1"/>
    <dgm:cxn modelId="{FCE328FD-A7E4-4503-9E2C-72C7BC5603B6}" type="presParOf" srcId="{DF08766B-0465-4301-BDEF-A88322B4B68D}" destId="{BCA9684B-E868-4CCC-8EFD-C3F06657FDA5}" srcOrd="0" destOrd="0" presId="urn:microsoft.com/office/officeart/2005/8/layout/hierarchy1"/>
    <dgm:cxn modelId="{4A37DE0B-776C-4E10-9924-0785451E4772}" type="presParOf" srcId="{BCA9684B-E868-4CCC-8EFD-C3F06657FDA5}" destId="{07E8F793-A120-475F-9557-2B29C11DBB3C}" srcOrd="0" destOrd="0" presId="urn:microsoft.com/office/officeart/2005/8/layout/hierarchy1"/>
    <dgm:cxn modelId="{125F1A5B-C4B1-4CA6-885C-55071EA92A97}" type="presParOf" srcId="{BCA9684B-E868-4CCC-8EFD-C3F06657FDA5}" destId="{598958B7-85BB-4944-947C-881A1624F6B6}" srcOrd="1" destOrd="0" presId="urn:microsoft.com/office/officeart/2005/8/layout/hierarchy1"/>
    <dgm:cxn modelId="{2665F5D5-22E2-4555-94F7-574952C0A79E}" type="presParOf" srcId="{DF08766B-0465-4301-BDEF-A88322B4B68D}" destId="{906C91CA-8485-4A38-8271-2AA560E6FA33}" srcOrd="1" destOrd="0" presId="urn:microsoft.com/office/officeart/2005/8/layout/hierarchy1"/>
    <dgm:cxn modelId="{AE2D2EAF-205B-44B6-8EFC-A5F3ED49A652}" type="presParOf" srcId="{8782A8B3-2D36-47BD-B20C-00E4D3D35A58}" destId="{181966C1-54C4-4AD1-BA33-2F730DD93495}" srcOrd="1" destOrd="0" presId="urn:microsoft.com/office/officeart/2005/8/layout/hierarchy1"/>
    <dgm:cxn modelId="{C104A6DC-D111-42C0-B2AC-E1616F5C58EA}" type="presParOf" srcId="{181966C1-54C4-4AD1-BA33-2F730DD93495}" destId="{8931E968-B802-4CF9-9A90-947D47D51132}" srcOrd="0" destOrd="0" presId="urn:microsoft.com/office/officeart/2005/8/layout/hierarchy1"/>
    <dgm:cxn modelId="{E1EF06A5-5A1D-494D-B015-35B9E4E5F43D}" type="presParOf" srcId="{8931E968-B802-4CF9-9A90-947D47D51132}" destId="{2BE856CE-1054-40BA-92DB-07BB2AE7A215}" srcOrd="0" destOrd="0" presId="urn:microsoft.com/office/officeart/2005/8/layout/hierarchy1"/>
    <dgm:cxn modelId="{5C79F341-81AA-457C-80E5-570947361B66}" type="presParOf" srcId="{8931E968-B802-4CF9-9A90-947D47D51132}" destId="{A9AE8C9F-662A-436F-A4BF-F7A29176A502}" srcOrd="1" destOrd="0" presId="urn:microsoft.com/office/officeart/2005/8/layout/hierarchy1"/>
    <dgm:cxn modelId="{4D5E2A15-D37A-4A9F-A894-52572F0716F9}" type="presParOf" srcId="{181966C1-54C4-4AD1-BA33-2F730DD93495}" destId="{5412BFA6-1F88-45DA-A2F4-F76EFB870E38}" srcOrd="1" destOrd="0" presId="urn:microsoft.com/office/officeart/2005/8/layout/hierarchy1"/>
    <dgm:cxn modelId="{EA4F53EC-9F99-447D-A15B-82112E9FE4F5}" type="presParOf" srcId="{8782A8B3-2D36-47BD-B20C-00E4D3D35A58}" destId="{2F6C1977-6671-4858-B9D6-6341DCCCECD0}" srcOrd="2" destOrd="0" presId="urn:microsoft.com/office/officeart/2005/8/layout/hierarchy1"/>
    <dgm:cxn modelId="{F23E8297-E79B-41CC-92FE-8FB9E73852D8}" type="presParOf" srcId="{2F6C1977-6671-4858-B9D6-6341DCCCECD0}" destId="{495269B2-5BEE-46FC-9CF5-69C35D91EF40}" srcOrd="0" destOrd="0" presId="urn:microsoft.com/office/officeart/2005/8/layout/hierarchy1"/>
    <dgm:cxn modelId="{3AAC5884-F843-4C68-B385-92AB2FFAAF1B}" type="presParOf" srcId="{495269B2-5BEE-46FC-9CF5-69C35D91EF40}" destId="{6521E677-8772-4347-8B6C-7892351199C4}" srcOrd="0" destOrd="0" presId="urn:microsoft.com/office/officeart/2005/8/layout/hierarchy1"/>
    <dgm:cxn modelId="{1CF61B7F-7205-482E-BC41-905DBE413618}" type="presParOf" srcId="{495269B2-5BEE-46FC-9CF5-69C35D91EF40}" destId="{373C8A7B-02A5-414D-94BC-B5DEB11000EC}" srcOrd="1" destOrd="0" presId="urn:microsoft.com/office/officeart/2005/8/layout/hierarchy1"/>
    <dgm:cxn modelId="{A5165C29-807A-4C54-92BC-17007A53A5AE}" type="presParOf" srcId="{2F6C1977-6671-4858-B9D6-6341DCCCECD0}" destId="{5C99E820-782D-4123-AC50-C3FF6A159F0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5E54EB-8D95-49E7-8021-EE5ECCBAD4B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ABC63FC-7F7A-4798-B9DB-04846FDDF8A1}">
      <dgm:prSet/>
      <dgm:spPr/>
      <dgm:t>
        <a:bodyPr/>
        <a:lstStyle/>
        <a:p>
          <a:r>
            <a:rPr lang="en-US"/>
            <a:t>Session management</a:t>
          </a:r>
        </a:p>
      </dgm:t>
    </dgm:pt>
    <dgm:pt modelId="{3A957C68-3D4A-47F4-A934-CDCB0ED6865C}" type="parTrans" cxnId="{76CFA0F7-EE8F-4170-9699-FAD7C6C9646E}">
      <dgm:prSet/>
      <dgm:spPr/>
      <dgm:t>
        <a:bodyPr/>
        <a:lstStyle/>
        <a:p>
          <a:endParaRPr lang="en-US"/>
        </a:p>
      </dgm:t>
    </dgm:pt>
    <dgm:pt modelId="{79CE9CAD-863D-4502-85C8-1D6B57C33926}" type="sibTrans" cxnId="{76CFA0F7-EE8F-4170-9699-FAD7C6C9646E}">
      <dgm:prSet/>
      <dgm:spPr/>
      <dgm:t>
        <a:bodyPr/>
        <a:lstStyle/>
        <a:p>
          <a:endParaRPr lang="en-US"/>
        </a:p>
      </dgm:t>
    </dgm:pt>
    <dgm:pt modelId="{F3E532EF-5531-439A-9BC2-04D919BB8DE2}">
      <dgm:prSet/>
      <dgm:spPr/>
      <dgm:t>
        <a:bodyPr/>
        <a:lstStyle/>
        <a:p>
          <a:r>
            <a:rPr lang="en-US"/>
            <a:t>Hazard reporting endpoints</a:t>
          </a:r>
        </a:p>
      </dgm:t>
    </dgm:pt>
    <dgm:pt modelId="{458CED2A-F3BC-4A67-ACDC-D704E1D77204}" type="parTrans" cxnId="{FCFA83E4-3377-4D45-9038-553912015031}">
      <dgm:prSet/>
      <dgm:spPr/>
      <dgm:t>
        <a:bodyPr/>
        <a:lstStyle/>
        <a:p>
          <a:endParaRPr lang="en-US"/>
        </a:p>
      </dgm:t>
    </dgm:pt>
    <dgm:pt modelId="{63BC857A-707D-433C-8985-C701AC036D47}" type="sibTrans" cxnId="{FCFA83E4-3377-4D45-9038-553912015031}">
      <dgm:prSet/>
      <dgm:spPr/>
      <dgm:t>
        <a:bodyPr/>
        <a:lstStyle/>
        <a:p>
          <a:endParaRPr lang="en-US"/>
        </a:p>
      </dgm:t>
    </dgm:pt>
    <dgm:pt modelId="{4EF65B09-A6B0-4905-AA18-8802EED1B2ED}">
      <dgm:prSet/>
      <dgm:spPr/>
      <dgm:t>
        <a:bodyPr/>
        <a:lstStyle/>
        <a:p>
          <a:r>
            <a:rPr lang="en-US"/>
            <a:t>Firebase ID token auth</a:t>
          </a:r>
        </a:p>
      </dgm:t>
    </dgm:pt>
    <dgm:pt modelId="{4E1CA461-F744-49A0-9F97-14FCE7559230}" type="parTrans" cxnId="{BDA35E47-7117-4F8E-8AB1-DB84B2107EBC}">
      <dgm:prSet/>
      <dgm:spPr/>
      <dgm:t>
        <a:bodyPr/>
        <a:lstStyle/>
        <a:p>
          <a:endParaRPr lang="en-US"/>
        </a:p>
      </dgm:t>
    </dgm:pt>
    <dgm:pt modelId="{6D926AC1-D37E-4B3C-B37D-D2C21F14945C}" type="sibTrans" cxnId="{BDA35E47-7117-4F8E-8AB1-DB84B2107EBC}">
      <dgm:prSet/>
      <dgm:spPr/>
      <dgm:t>
        <a:bodyPr/>
        <a:lstStyle/>
        <a:p>
          <a:endParaRPr lang="en-US"/>
        </a:p>
      </dgm:t>
    </dgm:pt>
    <dgm:pt modelId="{E61D39FF-2043-4DA3-B0BB-C9E7E7BA9A58}">
      <dgm:prSet/>
      <dgm:spPr/>
      <dgm:t>
        <a:bodyPr/>
        <a:lstStyle/>
        <a:p>
          <a:r>
            <a:rPr lang="en-US"/>
            <a:t>Secure request validation</a:t>
          </a:r>
        </a:p>
      </dgm:t>
    </dgm:pt>
    <dgm:pt modelId="{1F3D416C-07A9-4F7E-8630-034B490B7317}" type="parTrans" cxnId="{D3C2030E-A599-4441-8852-27D38821B0E0}">
      <dgm:prSet/>
      <dgm:spPr/>
      <dgm:t>
        <a:bodyPr/>
        <a:lstStyle/>
        <a:p>
          <a:endParaRPr lang="en-US"/>
        </a:p>
      </dgm:t>
    </dgm:pt>
    <dgm:pt modelId="{C2EA2B78-2858-4BCF-9C37-A448D7F1E630}" type="sibTrans" cxnId="{D3C2030E-A599-4441-8852-27D38821B0E0}">
      <dgm:prSet/>
      <dgm:spPr/>
      <dgm:t>
        <a:bodyPr/>
        <a:lstStyle/>
        <a:p>
          <a:endParaRPr lang="en-US"/>
        </a:p>
      </dgm:t>
    </dgm:pt>
    <dgm:pt modelId="{15C4AA18-BB3B-4859-9E81-03B8C3F24AD6}" type="pres">
      <dgm:prSet presAssocID="{805E54EB-8D95-49E7-8021-EE5ECCBAD4B3}" presName="root" presStyleCnt="0">
        <dgm:presLayoutVars>
          <dgm:dir/>
          <dgm:resizeHandles val="exact"/>
        </dgm:presLayoutVars>
      </dgm:prSet>
      <dgm:spPr/>
    </dgm:pt>
    <dgm:pt modelId="{95735960-E978-4BC4-85D3-1CD4D0519ADC}" type="pres">
      <dgm:prSet presAssocID="{805E54EB-8D95-49E7-8021-EE5ECCBAD4B3}" presName="container" presStyleCnt="0">
        <dgm:presLayoutVars>
          <dgm:dir/>
          <dgm:resizeHandles val="exact"/>
        </dgm:presLayoutVars>
      </dgm:prSet>
      <dgm:spPr/>
    </dgm:pt>
    <dgm:pt modelId="{753E2FBD-BBE4-4B3B-A9A3-05553465C285}" type="pres">
      <dgm:prSet presAssocID="{BABC63FC-7F7A-4798-B9DB-04846FDDF8A1}" presName="compNode" presStyleCnt="0"/>
      <dgm:spPr/>
    </dgm:pt>
    <dgm:pt modelId="{276E5FF9-53AE-4C58-8002-6837690C0089}" type="pres">
      <dgm:prSet presAssocID="{BABC63FC-7F7A-4798-B9DB-04846FDDF8A1}" presName="iconBgRect" presStyleLbl="bgShp" presStyleIdx="0" presStyleCnt="4"/>
      <dgm:spPr/>
    </dgm:pt>
    <dgm:pt modelId="{6187E6AB-BC82-4BDD-8DB2-3FEA2D0111D1}" type="pres">
      <dgm:prSet presAssocID="{BABC63FC-7F7A-4798-B9DB-04846FDDF8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D9F363D2-509E-4414-B985-08A5A37BBC52}" type="pres">
      <dgm:prSet presAssocID="{BABC63FC-7F7A-4798-B9DB-04846FDDF8A1}" presName="spaceRect" presStyleCnt="0"/>
      <dgm:spPr/>
    </dgm:pt>
    <dgm:pt modelId="{F87B3119-A91B-4809-90CA-9F63AC9D780C}" type="pres">
      <dgm:prSet presAssocID="{BABC63FC-7F7A-4798-B9DB-04846FDDF8A1}" presName="textRect" presStyleLbl="revTx" presStyleIdx="0" presStyleCnt="4">
        <dgm:presLayoutVars>
          <dgm:chMax val="1"/>
          <dgm:chPref val="1"/>
        </dgm:presLayoutVars>
      </dgm:prSet>
      <dgm:spPr/>
    </dgm:pt>
    <dgm:pt modelId="{E9C83C07-974A-4D5E-BD1E-2F3A51F0EDA7}" type="pres">
      <dgm:prSet presAssocID="{79CE9CAD-863D-4502-85C8-1D6B57C33926}" presName="sibTrans" presStyleLbl="sibTrans2D1" presStyleIdx="0" presStyleCnt="0"/>
      <dgm:spPr/>
    </dgm:pt>
    <dgm:pt modelId="{9B0D22A6-47C1-47B9-B835-0CF648E01016}" type="pres">
      <dgm:prSet presAssocID="{F3E532EF-5531-439A-9BC2-04D919BB8DE2}" presName="compNode" presStyleCnt="0"/>
      <dgm:spPr/>
    </dgm:pt>
    <dgm:pt modelId="{4116805E-EF97-49D5-AAD7-C4E46BD36787}" type="pres">
      <dgm:prSet presAssocID="{F3E532EF-5531-439A-9BC2-04D919BB8DE2}" presName="iconBgRect" presStyleLbl="bgShp" presStyleIdx="1" presStyleCnt="4"/>
      <dgm:spPr/>
    </dgm:pt>
    <dgm:pt modelId="{137058B2-4AFF-44CA-851D-2072E02A7D5D}" type="pres">
      <dgm:prSet presAssocID="{F3E532EF-5531-439A-9BC2-04D919BB8D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C22B807-BA11-44D7-A4A1-A6C57CAF7CBE}" type="pres">
      <dgm:prSet presAssocID="{F3E532EF-5531-439A-9BC2-04D919BB8DE2}" presName="spaceRect" presStyleCnt="0"/>
      <dgm:spPr/>
    </dgm:pt>
    <dgm:pt modelId="{22B12402-34ED-4C97-889B-B8B25E7760DA}" type="pres">
      <dgm:prSet presAssocID="{F3E532EF-5531-439A-9BC2-04D919BB8DE2}" presName="textRect" presStyleLbl="revTx" presStyleIdx="1" presStyleCnt="4">
        <dgm:presLayoutVars>
          <dgm:chMax val="1"/>
          <dgm:chPref val="1"/>
        </dgm:presLayoutVars>
      </dgm:prSet>
      <dgm:spPr/>
    </dgm:pt>
    <dgm:pt modelId="{9569B7E1-3728-4902-9867-B38345BBF36D}" type="pres">
      <dgm:prSet presAssocID="{63BC857A-707D-433C-8985-C701AC036D47}" presName="sibTrans" presStyleLbl="sibTrans2D1" presStyleIdx="0" presStyleCnt="0"/>
      <dgm:spPr/>
    </dgm:pt>
    <dgm:pt modelId="{3E1787FD-F67C-4C7C-835D-42ED4F78C8D5}" type="pres">
      <dgm:prSet presAssocID="{4EF65B09-A6B0-4905-AA18-8802EED1B2ED}" presName="compNode" presStyleCnt="0"/>
      <dgm:spPr/>
    </dgm:pt>
    <dgm:pt modelId="{5E6E6D41-AAA6-44B2-BE10-ECEBB1B71C91}" type="pres">
      <dgm:prSet presAssocID="{4EF65B09-A6B0-4905-AA18-8802EED1B2ED}" presName="iconBgRect" presStyleLbl="bgShp" presStyleIdx="2" presStyleCnt="4"/>
      <dgm:spPr/>
    </dgm:pt>
    <dgm:pt modelId="{F00BBA85-6751-4939-8FA2-7F75BC905121}" type="pres">
      <dgm:prSet presAssocID="{4EF65B09-A6B0-4905-AA18-8802EED1B2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6259A86-C08D-401F-8868-D24A585C0DCC}" type="pres">
      <dgm:prSet presAssocID="{4EF65B09-A6B0-4905-AA18-8802EED1B2ED}" presName="spaceRect" presStyleCnt="0"/>
      <dgm:spPr/>
    </dgm:pt>
    <dgm:pt modelId="{1AA5EADF-C0CC-4C39-8A8C-A4B7F568A9C8}" type="pres">
      <dgm:prSet presAssocID="{4EF65B09-A6B0-4905-AA18-8802EED1B2ED}" presName="textRect" presStyleLbl="revTx" presStyleIdx="2" presStyleCnt="4">
        <dgm:presLayoutVars>
          <dgm:chMax val="1"/>
          <dgm:chPref val="1"/>
        </dgm:presLayoutVars>
      </dgm:prSet>
      <dgm:spPr/>
    </dgm:pt>
    <dgm:pt modelId="{3B557F46-7AB7-40E9-A17E-1798C62C8BEB}" type="pres">
      <dgm:prSet presAssocID="{6D926AC1-D37E-4B3C-B37D-D2C21F14945C}" presName="sibTrans" presStyleLbl="sibTrans2D1" presStyleIdx="0" presStyleCnt="0"/>
      <dgm:spPr/>
    </dgm:pt>
    <dgm:pt modelId="{8444A351-B157-4A7B-AD04-CF90EA39C9E5}" type="pres">
      <dgm:prSet presAssocID="{E61D39FF-2043-4DA3-B0BB-C9E7E7BA9A58}" presName="compNode" presStyleCnt="0"/>
      <dgm:spPr/>
    </dgm:pt>
    <dgm:pt modelId="{9F90CA3A-619B-4D06-9A09-90189A27EFF1}" type="pres">
      <dgm:prSet presAssocID="{E61D39FF-2043-4DA3-B0BB-C9E7E7BA9A58}" presName="iconBgRect" presStyleLbl="bgShp" presStyleIdx="3" presStyleCnt="4"/>
      <dgm:spPr/>
    </dgm:pt>
    <dgm:pt modelId="{18752E92-600C-4C76-B7D8-02F1D56610A7}" type="pres">
      <dgm:prSet presAssocID="{E61D39FF-2043-4DA3-B0BB-C9E7E7BA9A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BF4A388-1CE2-4000-919B-C5201605C7F3}" type="pres">
      <dgm:prSet presAssocID="{E61D39FF-2043-4DA3-B0BB-C9E7E7BA9A58}" presName="spaceRect" presStyleCnt="0"/>
      <dgm:spPr/>
    </dgm:pt>
    <dgm:pt modelId="{A0B23EB4-516F-48CD-B1E9-E79E9BAD43AC}" type="pres">
      <dgm:prSet presAssocID="{E61D39FF-2043-4DA3-B0BB-C9E7E7BA9A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C2030E-A599-4441-8852-27D38821B0E0}" srcId="{805E54EB-8D95-49E7-8021-EE5ECCBAD4B3}" destId="{E61D39FF-2043-4DA3-B0BB-C9E7E7BA9A58}" srcOrd="3" destOrd="0" parTransId="{1F3D416C-07A9-4F7E-8630-034B490B7317}" sibTransId="{C2EA2B78-2858-4BCF-9C37-A448D7F1E630}"/>
    <dgm:cxn modelId="{0FEBA626-8A85-45C9-83D7-B59292778397}" type="presOf" srcId="{79CE9CAD-863D-4502-85C8-1D6B57C33926}" destId="{E9C83C07-974A-4D5E-BD1E-2F3A51F0EDA7}" srcOrd="0" destOrd="0" presId="urn:microsoft.com/office/officeart/2018/2/layout/IconCircleList"/>
    <dgm:cxn modelId="{18B4BE3E-8EDB-4384-80DE-11860A49D887}" type="presOf" srcId="{BABC63FC-7F7A-4798-B9DB-04846FDDF8A1}" destId="{F87B3119-A91B-4809-90CA-9F63AC9D780C}" srcOrd="0" destOrd="0" presId="urn:microsoft.com/office/officeart/2018/2/layout/IconCircleList"/>
    <dgm:cxn modelId="{57A95843-AFB5-42E2-8DE4-B6D2517739B0}" type="presOf" srcId="{6D926AC1-D37E-4B3C-B37D-D2C21F14945C}" destId="{3B557F46-7AB7-40E9-A17E-1798C62C8BEB}" srcOrd="0" destOrd="0" presId="urn:microsoft.com/office/officeart/2018/2/layout/IconCircleList"/>
    <dgm:cxn modelId="{BDA35E47-7117-4F8E-8AB1-DB84B2107EBC}" srcId="{805E54EB-8D95-49E7-8021-EE5ECCBAD4B3}" destId="{4EF65B09-A6B0-4905-AA18-8802EED1B2ED}" srcOrd="2" destOrd="0" parTransId="{4E1CA461-F744-49A0-9F97-14FCE7559230}" sibTransId="{6D926AC1-D37E-4B3C-B37D-D2C21F14945C}"/>
    <dgm:cxn modelId="{99FEDB79-6A85-4309-9358-14E2DC254F54}" type="presOf" srcId="{805E54EB-8D95-49E7-8021-EE5ECCBAD4B3}" destId="{15C4AA18-BB3B-4859-9E81-03B8C3F24AD6}" srcOrd="0" destOrd="0" presId="urn:microsoft.com/office/officeart/2018/2/layout/IconCircleList"/>
    <dgm:cxn modelId="{BDDC2685-BB50-498B-891E-11087FF118CD}" type="presOf" srcId="{4EF65B09-A6B0-4905-AA18-8802EED1B2ED}" destId="{1AA5EADF-C0CC-4C39-8A8C-A4B7F568A9C8}" srcOrd="0" destOrd="0" presId="urn:microsoft.com/office/officeart/2018/2/layout/IconCircleList"/>
    <dgm:cxn modelId="{0483EEB5-4DDA-4878-8CE4-8CD8560A37D8}" type="presOf" srcId="{F3E532EF-5531-439A-9BC2-04D919BB8DE2}" destId="{22B12402-34ED-4C97-889B-B8B25E7760DA}" srcOrd="0" destOrd="0" presId="urn:microsoft.com/office/officeart/2018/2/layout/IconCircleList"/>
    <dgm:cxn modelId="{470504DC-A429-471F-8CB7-2522E4262A6B}" type="presOf" srcId="{E61D39FF-2043-4DA3-B0BB-C9E7E7BA9A58}" destId="{A0B23EB4-516F-48CD-B1E9-E79E9BAD43AC}" srcOrd="0" destOrd="0" presId="urn:microsoft.com/office/officeart/2018/2/layout/IconCircleList"/>
    <dgm:cxn modelId="{FCFA83E4-3377-4D45-9038-553912015031}" srcId="{805E54EB-8D95-49E7-8021-EE5ECCBAD4B3}" destId="{F3E532EF-5531-439A-9BC2-04D919BB8DE2}" srcOrd="1" destOrd="0" parTransId="{458CED2A-F3BC-4A67-ACDC-D704E1D77204}" sibTransId="{63BC857A-707D-433C-8985-C701AC036D47}"/>
    <dgm:cxn modelId="{0E6051F1-FBAB-466F-A5E9-A4E3D2817F12}" type="presOf" srcId="{63BC857A-707D-433C-8985-C701AC036D47}" destId="{9569B7E1-3728-4902-9867-B38345BBF36D}" srcOrd="0" destOrd="0" presId="urn:microsoft.com/office/officeart/2018/2/layout/IconCircleList"/>
    <dgm:cxn modelId="{76CFA0F7-EE8F-4170-9699-FAD7C6C9646E}" srcId="{805E54EB-8D95-49E7-8021-EE5ECCBAD4B3}" destId="{BABC63FC-7F7A-4798-B9DB-04846FDDF8A1}" srcOrd="0" destOrd="0" parTransId="{3A957C68-3D4A-47F4-A934-CDCB0ED6865C}" sibTransId="{79CE9CAD-863D-4502-85C8-1D6B57C33926}"/>
    <dgm:cxn modelId="{139DB0C9-0C98-46E8-9CFA-D3DACFA52F1D}" type="presParOf" srcId="{15C4AA18-BB3B-4859-9E81-03B8C3F24AD6}" destId="{95735960-E978-4BC4-85D3-1CD4D0519ADC}" srcOrd="0" destOrd="0" presId="urn:microsoft.com/office/officeart/2018/2/layout/IconCircleList"/>
    <dgm:cxn modelId="{88F41089-5B23-4ADE-A047-A8717865CB51}" type="presParOf" srcId="{95735960-E978-4BC4-85D3-1CD4D0519ADC}" destId="{753E2FBD-BBE4-4B3B-A9A3-05553465C285}" srcOrd="0" destOrd="0" presId="urn:microsoft.com/office/officeart/2018/2/layout/IconCircleList"/>
    <dgm:cxn modelId="{D9815D0C-8B18-48C3-A1F4-8C0C5BFDF568}" type="presParOf" srcId="{753E2FBD-BBE4-4B3B-A9A3-05553465C285}" destId="{276E5FF9-53AE-4C58-8002-6837690C0089}" srcOrd="0" destOrd="0" presId="urn:microsoft.com/office/officeart/2018/2/layout/IconCircleList"/>
    <dgm:cxn modelId="{807D48DA-5BFC-4D35-B818-13070A358AE4}" type="presParOf" srcId="{753E2FBD-BBE4-4B3B-A9A3-05553465C285}" destId="{6187E6AB-BC82-4BDD-8DB2-3FEA2D0111D1}" srcOrd="1" destOrd="0" presId="urn:microsoft.com/office/officeart/2018/2/layout/IconCircleList"/>
    <dgm:cxn modelId="{1FF715B2-4027-4581-9040-DB8D195C67C1}" type="presParOf" srcId="{753E2FBD-BBE4-4B3B-A9A3-05553465C285}" destId="{D9F363D2-509E-4414-B985-08A5A37BBC52}" srcOrd="2" destOrd="0" presId="urn:microsoft.com/office/officeart/2018/2/layout/IconCircleList"/>
    <dgm:cxn modelId="{CB276282-A4C6-47DC-BA55-C04193BB4351}" type="presParOf" srcId="{753E2FBD-BBE4-4B3B-A9A3-05553465C285}" destId="{F87B3119-A91B-4809-90CA-9F63AC9D780C}" srcOrd="3" destOrd="0" presId="urn:microsoft.com/office/officeart/2018/2/layout/IconCircleList"/>
    <dgm:cxn modelId="{BFAA1A18-F6A9-4D60-B5CD-39595FEA08D1}" type="presParOf" srcId="{95735960-E978-4BC4-85D3-1CD4D0519ADC}" destId="{E9C83C07-974A-4D5E-BD1E-2F3A51F0EDA7}" srcOrd="1" destOrd="0" presId="urn:microsoft.com/office/officeart/2018/2/layout/IconCircleList"/>
    <dgm:cxn modelId="{1038E734-56BA-4384-8C8D-32883F171C76}" type="presParOf" srcId="{95735960-E978-4BC4-85D3-1CD4D0519ADC}" destId="{9B0D22A6-47C1-47B9-B835-0CF648E01016}" srcOrd="2" destOrd="0" presId="urn:microsoft.com/office/officeart/2018/2/layout/IconCircleList"/>
    <dgm:cxn modelId="{774631A8-269C-4C70-9EEB-7D4101099105}" type="presParOf" srcId="{9B0D22A6-47C1-47B9-B835-0CF648E01016}" destId="{4116805E-EF97-49D5-AAD7-C4E46BD36787}" srcOrd="0" destOrd="0" presId="urn:microsoft.com/office/officeart/2018/2/layout/IconCircleList"/>
    <dgm:cxn modelId="{E9FD0907-B91D-4184-96A4-7BA0810577D0}" type="presParOf" srcId="{9B0D22A6-47C1-47B9-B835-0CF648E01016}" destId="{137058B2-4AFF-44CA-851D-2072E02A7D5D}" srcOrd="1" destOrd="0" presId="urn:microsoft.com/office/officeart/2018/2/layout/IconCircleList"/>
    <dgm:cxn modelId="{4B7A37B0-02AA-45AD-808E-930CDD5CD75C}" type="presParOf" srcId="{9B0D22A6-47C1-47B9-B835-0CF648E01016}" destId="{1C22B807-BA11-44D7-A4A1-A6C57CAF7CBE}" srcOrd="2" destOrd="0" presId="urn:microsoft.com/office/officeart/2018/2/layout/IconCircleList"/>
    <dgm:cxn modelId="{7F754D3C-F6B0-4E1D-B565-3D64A4B14F3D}" type="presParOf" srcId="{9B0D22A6-47C1-47B9-B835-0CF648E01016}" destId="{22B12402-34ED-4C97-889B-B8B25E7760DA}" srcOrd="3" destOrd="0" presId="urn:microsoft.com/office/officeart/2018/2/layout/IconCircleList"/>
    <dgm:cxn modelId="{186EE202-34E2-43F1-A00F-DE7ABC68BD00}" type="presParOf" srcId="{95735960-E978-4BC4-85D3-1CD4D0519ADC}" destId="{9569B7E1-3728-4902-9867-B38345BBF36D}" srcOrd="3" destOrd="0" presId="urn:microsoft.com/office/officeart/2018/2/layout/IconCircleList"/>
    <dgm:cxn modelId="{7C972A9E-9FF5-4E41-AF04-A10EEEC12DC1}" type="presParOf" srcId="{95735960-E978-4BC4-85D3-1CD4D0519ADC}" destId="{3E1787FD-F67C-4C7C-835D-42ED4F78C8D5}" srcOrd="4" destOrd="0" presId="urn:microsoft.com/office/officeart/2018/2/layout/IconCircleList"/>
    <dgm:cxn modelId="{0D9DDCD8-AAD4-4945-AF68-EC1D667DAE29}" type="presParOf" srcId="{3E1787FD-F67C-4C7C-835D-42ED4F78C8D5}" destId="{5E6E6D41-AAA6-44B2-BE10-ECEBB1B71C91}" srcOrd="0" destOrd="0" presId="urn:microsoft.com/office/officeart/2018/2/layout/IconCircleList"/>
    <dgm:cxn modelId="{4D75BB84-4475-41F9-A4B7-CBAC54607A14}" type="presParOf" srcId="{3E1787FD-F67C-4C7C-835D-42ED4F78C8D5}" destId="{F00BBA85-6751-4939-8FA2-7F75BC905121}" srcOrd="1" destOrd="0" presId="urn:microsoft.com/office/officeart/2018/2/layout/IconCircleList"/>
    <dgm:cxn modelId="{76A15FA1-5677-4612-87F6-A5045E559D60}" type="presParOf" srcId="{3E1787FD-F67C-4C7C-835D-42ED4F78C8D5}" destId="{D6259A86-C08D-401F-8868-D24A585C0DCC}" srcOrd="2" destOrd="0" presId="urn:microsoft.com/office/officeart/2018/2/layout/IconCircleList"/>
    <dgm:cxn modelId="{3DDCE75B-2162-47A4-BA26-7C331BEBF8D7}" type="presParOf" srcId="{3E1787FD-F67C-4C7C-835D-42ED4F78C8D5}" destId="{1AA5EADF-C0CC-4C39-8A8C-A4B7F568A9C8}" srcOrd="3" destOrd="0" presId="urn:microsoft.com/office/officeart/2018/2/layout/IconCircleList"/>
    <dgm:cxn modelId="{A94769B7-FEB8-40CD-BB99-E491CB50837F}" type="presParOf" srcId="{95735960-E978-4BC4-85D3-1CD4D0519ADC}" destId="{3B557F46-7AB7-40E9-A17E-1798C62C8BEB}" srcOrd="5" destOrd="0" presId="urn:microsoft.com/office/officeart/2018/2/layout/IconCircleList"/>
    <dgm:cxn modelId="{77534470-B46F-4560-B498-948A01A5B190}" type="presParOf" srcId="{95735960-E978-4BC4-85D3-1CD4D0519ADC}" destId="{8444A351-B157-4A7B-AD04-CF90EA39C9E5}" srcOrd="6" destOrd="0" presId="urn:microsoft.com/office/officeart/2018/2/layout/IconCircleList"/>
    <dgm:cxn modelId="{5A8E72B5-0584-4348-9124-7B6BC1C72EDA}" type="presParOf" srcId="{8444A351-B157-4A7B-AD04-CF90EA39C9E5}" destId="{9F90CA3A-619B-4D06-9A09-90189A27EFF1}" srcOrd="0" destOrd="0" presId="urn:microsoft.com/office/officeart/2018/2/layout/IconCircleList"/>
    <dgm:cxn modelId="{CB1BAACB-7D99-4AED-8B03-8A9E23E45CC7}" type="presParOf" srcId="{8444A351-B157-4A7B-AD04-CF90EA39C9E5}" destId="{18752E92-600C-4C76-B7D8-02F1D56610A7}" srcOrd="1" destOrd="0" presId="urn:microsoft.com/office/officeart/2018/2/layout/IconCircleList"/>
    <dgm:cxn modelId="{9409D014-7175-4903-858B-E1DE88DCB55D}" type="presParOf" srcId="{8444A351-B157-4A7B-AD04-CF90EA39C9E5}" destId="{CBF4A388-1CE2-4000-919B-C5201605C7F3}" srcOrd="2" destOrd="0" presId="urn:microsoft.com/office/officeart/2018/2/layout/IconCircleList"/>
    <dgm:cxn modelId="{7D994B83-22EF-49F9-8066-F85F4D5E6BF0}" type="presParOf" srcId="{8444A351-B157-4A7B-AD04-CF90EA39C9E5}" destId="{A0B23EB4-516F-48CD-B1E9-E79E9BAD43A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7FB32E-81FF-4537-B922-D92C24FC19E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5FC02AF-A140-481F-B377-1EBC48DCBF1B}">
      <dgm:prSet/>
      <dgm:spPr/>
      <dgm:t>
        <a:bodyPr/>
        <a:lstStyle/>
        <a:p>
          <a:r>
            <a:rPr lang="en-US"/>
            <a:t>Firestore (NoSQL DB)</a:t>
          </a:r>
        </a:p>
      </dgm:t>
    </dgm:pt>
    <dgm:pt modelId="{D9E8BBD3-2042-4E40-9BF6-528B27246351}" type="parTrans" cxnId="{923D3076-971E-4C66-BC6F-1DB46EA3B21B}">
      <dgm:prSet/>
      <dgm:spPr/>
      <dgm:t>
        <a:bodyPr/>
        <a:lstStyle/>
        <a:p>
          <a:endParaRPr lang="en-US"/>
        </a:p>
      </dgm:t>
    </dgm:pt>
    <dgm:pt modelId="{E7B9E9D2-2DDA-4C3E-BF2C-D31D09742065}" type="sibTrans" cxnId="{923D3076-971E-4C66-BC6F-1DB46EA3B21B}">
      <dgm:prSet/>
      <dgm:spPr/>
      <dgm:t>
        <a:bodyPr/>
        <a:lstStyle/>
        <a:p>
          <a:endParaRPr lang="en-US"/>
        </a:p>
      </dgm:t>
    </dgm:pt>
    <dgm:pt modelId="{9D1C459E-91D1-4DE7-9F13-BC0B14C259E1}">
      <dgm:prSet/>
      <dgm:spPr/>
      <dgm:t>
        <a:bodyPr/>
        <a:lstStyle/>
        <a:p>
          <a:r>
            <a:rPr lang="en-US"/>
            <a:t>Firebase Auth (Google Sign-In)</a:t>
          </a:r>
        </a:p>
      </dgm:t>
    </dgm:pt>
    <dgm:pt modelId="{57F63AD7-B3A6-4A38-A8C3-29622B83FB85}" type="parTrans" cxnId="{A64D7498-BEC7-4DFB-BA78-9E958C0ABCDF}">
      <dgm:prSet/>
      <dgm:spPr/>
      <dgm:t>
        <a:bodyPr/>
        <a:lstStyle/>
        <a:p>
          <a:endParaRPr lang="en-US"/>
        </a:p>
      </dgm:t>
    </dgm:pt>
    <dgm:pt modelId="{942C4D69-F7DC-4E7F-BC7D-C233CE7C9563}" type="sibTrans" cxnId="{A64D7498-BEC7-4DFB-BA78-9E958C0ABCDF}">
      <dgm:prSet/>
      <dgm:spPr/>
      <dgm:t>
        <a:bodyPr/>
        <a:lstStyle/>
        <a:p>
          <a:endParaRPr lang="en-US"/>
        </a:p>
      </dgm:t>
    </dgm:pt>
    <dgm:pt modelId="{F01E7CF9-AC37-45D8-87A7-37FAA4873DA5}">
      <dgm:prSet/>
      <dgm:spPr/>
      <dgm:t>
        <a:bodyPr/>
        <a:lstStyle/>
        <a:p>
          <a:r>
            <a:rPr lang="en-US"/>
            <a:t>Secure cloud storage</a:t>
          </a:r>
        </a:p>
      </dgm:t>
    </dgm:pt>
    <dgm:pt modelId="{F379A377-C20F-4BE8-A809-D3FD3401F7CC}" type="parTrans" cxnId="{AB055ACB-0556-482E-B7DE-AFEBC0B6C791}">
      <dgm:prSet/>
      <dgm:spPr/>
      <dgm:t>
        <a:bodyPr/>
        <a:lstStyle/>
        <a:p>
          <a:endParaRPr lang="en-US"/>
        </a:p>
      </dgm:t>
    </dgm:pt>
    <dgm:pt modelId="{DB075085-46D8-42AD-A5B1-81E5F45CEA7C}" type="sibTrans" cxnId="{AB055ACB-0556-482E-B7DE-AFEBC0B6C791}">
      <dgm:prSet/>
      <dgm:spPr/>
      <dgm:t>
        <a:bodyPr/>
        <a:lstStyle/>
        <a:p>
          <a:endParaRPr lang="en-US"/>
        </a:p>
      </dgm:t>
    </dgm:pt>
    <dgm:pt modelId="{A91B26E2-8759-43C8-BE4E-F4EBC41D9500}">
      <dgm:prSet/>
      <dgm:spPr/>
      <dgm:t>
        <a:bodyPr/>
        <a:lstStyle/>
        <a:p>
          <a:r>
            <a:rPr lang="en-US"/>
            <a:t>Real-time data sync</a:t>
          </a:r>
        </a:p>
      </dgm:t>
    </dgm:pt>
    <dgm:pt modelId="{5DAE7B3A-C42C-481A-B68C-5B7D890996AC}" type="parTrans" cxnId="{CF4265E0-E3C4-4A75-BB39-38DF05612D86}">
      <dgm:prSet/>
      <dgm:spPr/>
      <dgm:t>
        <a:bodyPr/>
        <a:lstStyle/>
        <a:p>
          <a:endParaRPr lang="en-US"/>
        </a:p>
      </dgm:t>
    </dgm:pt>
    <dgm:pt modelId="{446078F6-78A3-4F33-970A-42E368B45A8F}" type="sibTrans" cxnId="{CF4265E0-E3C4-4A75-BB39-38DF05612D86}">
      <dgm:prSet/>
      <dgm:spPr/>
      <dgm:t>
        <a:bodyPr/>
        <a:lstStyle/>
        <a:p>
          <a:endParaRPr lang="en-US"/>
        </a:p>
      </dgm:t>
    </dgm:pt>
    <dgm:pt modelId="{E52AF5A3-5DA5-4FD6-B37D-FAD87BECB095}" type="pres">
      <dgm:prSet presAssocID="{C77FB32E-81FF-4537-B922-D92C24FC19E6}" presName="root" presStyleCnt="0">
        <dgm:presLayoutVars>
          <dgm:dir/>
          <dgm:resizeHandles val="exact"/>
        </dgm:presLayoutVars>
      </dgm:prSet>
      <dgm:spPr/>
    </dgm:pt>
    <dgm:pt modelId="{A27B073F-8C68-4619-B982-CC6671DE1F95}" type="pres">
      <dgm:prSet presAssocID="{F5FC02AF-A140-481F-B377-1EBC48DCBF1B}" presName="compNode" presStyleCnt="0"/>
      <dgm:spPr/>
    </dgm:pt>
    <dgm:pt modelId="{F392718F-15C5-4FC2-BAE3-166A2510BEBE}" type="pres">
      <dgm:prSet presAssocID="{F5FC02AF-A140-481F-B377-1EBC48DCBF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217407B-058E-4477-B41B-0E2F29D01FF3}" type="pres">
      <dgm:prSet presAssocID="{F5FC02AF-A140-481F-B377-1EBC48DCBF1B}" presName="spaceRect" presStyleCnt="0"/>
      <dgm:spPr/>
    </dgm:pt>
    <dgm:pt modelId="{97D222ED-BC99-4551-96C5-66DA7D706682}" type="pres">
      <dgm:prSet presAssocID="{F5FC02AF-A140-481F-B377-1EBC48DCBF1B}" presName="textRect" presStyleLbl="revTx" presStyleIdx="0" presStyleCnt="4">
        <dgm:presLayoutVars>
          <dgm:chMax val="1"/>
          <dgm:chPref val="1"/>
        </dgm:presLayoutVars>
      </dgm:prSet>
      <dgm:spPr/>
    </dgm:pt>
    <dgm:pt modelId="{61964650-A6DC-4433-9504-8C85D8E68B10}" type="pres">
      <dgm:prSet presAssocID="{E7B9E9D2-2DDA-4C3E-BF2C-D31D09742065}" presName="sibTrans" presStyleCnt="0"/>
      <dgm:spPr/>
    </dgm:pt>
    <dgm:pt modelId="{D375A4FD-C8F3-4DF4-990A-06857EA9F990}" type="pres">
      <dgm:prSet presAssocID="{9D1C459E-91D1-4DE7-9F13-BC0B14C259E1}" presName="compNode" presStyleCnt="0"/>
      <dgm:spPr/>
    </dgm:pt>
    <dgm:pt modelId="{F04899B2-3E65-4DFD-9B8C-F7559F6F6493}" type="pres">
      <dgm:prSet presAssocID="{9D1C459E-91D1-4DE7-9F13-BC0B14C259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0F59EC4-BAB0-4B01-A3D8-D99F29FDFD17}" type="pres">
      <dgm:prSet presAssocID="{9D1C459E-91D1-4DE7-9F13-BC0B14C259E1}" presName="spaceRect" presStyleCnt="0"/>
      <dgm:spPr/>
    </dgm:pt>
    <dgm:pt modelId="{FD65A65E-27F4-4F15-B5AA-567AB8220DE2}" type="pres">
      <dgm:prSet presAssocID="{9D1C459E-91D1-4DE7-9F13-BC0B14C259E1}" presName="textRect" presStyleLbl="revTx" presStyleIdx="1" presStyleCnt="4">
        <dgm:presLayoutVars>
          <dgm:chMax val="1"/>
          <dgm:chPref val="1"/>
        </dgm:presLayoutVars>
      </dgm:prSet>
      <dgm:spPr/>
    </dgm:pt>
    <dgm:pt modelId="{E1F560BA-A5C1-45AA-9ED3-400918091A19}" type="pres">
      <dgm:prSet presAssocID="{942C4D69-F7DC-4E7F-BC7D-C233CE7C9563}" presName="sibTrans" presStyleCnt="0"/>
      <dgm:spPr/>
    </dgm:pt>
    <dgm:pt modelId="{341F366D-DBBB-48F0-9814-ACF253E5CD66}" type="pres">
      <dgm:prSet presAssocID="{F01E7CF9-AC37-45D8-87A7-37FAA4873DA5}" presName="compNode" presStyleCnt="0"/>
      <dgm:spPr/>
    </dgm:pt>
    <dgm:pt modelId="{D032C776-607B-4D1C-B28C-4C6311E4EA1A}" type="pres">
      <dgm:prSet presAssocID="{F01E7CF9-AC37-45D8-87A7-37FAA4873D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C820FD3-BCB8-4E7D-B228-8A4A632FE287}" type="pres">
      <dgm:prSet presAssocID="{F01E7CF9-AC37-45D8-87A7-37FAA4873DA5}" presName="spaceRect" presStyleCnt="0"/>
      <dgm:spPr/>
    </dgm:pt>
    <dgm:pt modelId="{06B9D65C-143D-4328-B723-F3F7A2DF2AB1}" type="pres">
      <dgm:prSet presAssocID="{F01E7CF9-AC37-45D8-87A7-37FAA4873DA5}" presName="textRect" presStyleLbl="revTx" presStyleIdx="2" presStyleCnt="4">
        <dgm:presLayoutVars>
          <dgm:chMax val="1"/>
          <dgm:chPref val="1"/>
        </dgm:presLayoutVars>
      </dgm:prSet>
      <dgm:spPr/>
    </dgm:pt>
    <dgm:pt modelId="{18E10FAF-12A7-497A-8762-AC484B676CE7}" type="pres">
      <dgm:prSet presAssocID="{DB075085-46D8-42AD-A5B1-81E5F45CEA7C}" presName="sibTrans" presStyleCnt="0"/>
      <dgm:spPr/>
    </dgm:pt>
    <dgm:pt modelId="{85BD882C-D27A-4225-8CDA-09DA477DD28E}" type="pres">
      <dgm:prSet presAssocID="{A91B26E2-8759-43C8-BE4E-F4EBC41D9500}" presName="compNode" presStyleCnt="0"/>
      <dgm:spPr/>
    </dgm:pt>
    <dgm:pt modelId="{0AA13D65-1139-4BD3-A127-41E1050D3C4D}" type="pres">
      <dgm:prSet presAssocID="{A91B26E2-8759-43C8-BE4E-F4EBC41D95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29AC8E4-3D71-4ADB-94EF-590AED9E0D3F}" type="pres">
      <dgm:prSet presAssocID="{A91B26E2-8759-43C8-BE4E-F4EBC41D9500}" presName="spaceRect" presStyleCnt="0"/>
      <dgm:spPr/>
    </dgm:pt>
    <dgm:pt modelId="{39371874-08B4-4B69-99D0-414E268EA194}" type="pres">
      <dgm:prSet presAssocID="{A91B26E2-8759-43C8-BE4E-F4EBC41D950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5EE638-C825-4865-95B7-98B17D2781EC}" type="presOf" srcId="{9D1C459E-91D1-4DE7-9F13-BC0B14C259E1}" destId="{FD65A65E-27F4-4F15-B5AA-567AB8220DE2}" srcOrd="0" destOrd="0" presId="urn:microsoft.com/office/officeart/2018/2/layout/IconLabelList"/>
    <dgm:cxn modelId="{EC327A43-2689-460D-964F-49AF8C107600}" type="presOf" srcId="{F5FC02AF-A140-481F-B377-1EBC48DCBF1B}" destId="{97D222ED-BC99-4551-96C5-66DA7D706682}" srcOrd="0" destOrd="0" presId="urn:microsoft.com/office/officeart/2018/2/layout/IconLabelList"/>
    <dgm:cxn modelId="{BD4A516E-1E39-4CEB-A5E0-EA12251A3B12}" type="presOf" srcId="{A91B26E2-8759-43C8-BE4E-F4EBC41D9500}" destId="{39371874-08B4-4B69-99D0-414E268EA194}" srcOrd="0" destOrd="0" presId="urn:microsoft.com/office/officeart/2018/2/layout/IconLabelList"/>
    <dgm:cxn modelId="{923D3076-971E-4C66-BC6F-1DB46EA3B21B}" srcId="{C77FB32E-81FF-4537-B922-D92C24FC19E6}" destId="{F5FC02AF-A140-481F-B377-1EBC48DCBF1B}" srcOrd="0" destOrd="0" parTransId="{D9E8BBD3-2042-4E40-9BF6-528B27246351}" sibTransId="{E7B9E9D2-2DDA-4C3E-BF2C-D31D09742065}"/>
    <dgm:cxn modelId="{A64D7498-BEC7-4DFB-BA78-9E958C0ABCDF}" srcId="{C77FB32E-81FF-4537-B922-D92C24FC19E6}" destId="{9D1C459E-91D1-4DE7-9F13-BC0B14C259E1}" srcOrd="1" destOrd="0" parTransId="{57F63AD7-B3A6-4A38-A8C3-29622B83FB85}" sibTransId="{942C4D69-F7DC-4E7F-BC7D-C233CE7C9563}"/>
    <dgm:cxn modelId="{A263C1AF-59DD-4D5B-AB85-B57090302319}" type="presOf" srcId="{C77FB32E-81FF-4537-B922-D92C24FC19E6}" destId="{E52AF5A3-5DA5-4FD6-B37D-FAD87BECB095}" srcOrd="0" destOrd="0" presId="urn:microsoft.com/office/officeart/2018/2/layout/IconLabelList"/>
    <dgm:cxn modelId="{AB055ACB-0556-482E-B7DE-AFEBC0B6C791}" srcId="{C77FB32E-81FF-4537-B922-D92C24FC19E6}" destId="{F01E7CF9-AC37-45D8-87A7-37FAA4873DA5}" srcOrd="2" destOrd="0" parTransId="{F379A377-C20F-4BE8-A809-D3FD3401F7CC}" sibTransId="{DB075085-46D8-42AD-A5B1-81E5F45CEA7C}"/>
    <dgm:cxn modelId="{5C4D50D8-9C3C-40EC-B538-23B233BA0DFC}" type="presOf" srcId="{F01E7CF9-AC37-45D8-87A7-37FAA4873DA5}" destId="{06B9D65C-143D-4328-B723-F3F7A2DF2AB1}" srcOrd="0" destOrd="0" presId="urn:microsoft.com/office/officeart/2018/2/layout/IconLabelList"/>
    <dgm:cxn modelId="{CF4265E0-E3C4-4A75-BB39-38DF05612D86}" srcId="{C77FB32E-81FF-4537-B922-D92C24FC19E6}" destId="{A91B26E2-8759-43C8-BE4E-F4EBC41D9500}" srcOrd="3" destOrd="0" parTransId="{5DAE7B3A-C42C-481A-B68C-5B7D890996AC}" sibTransId="{446078F6-78A3-4F33-970A-42E368B45A8F}"/>
    <dgm:cxn modelId="{4EB8358C-1FE3-4064-9398-C459D1788FFF}" type="presParOf" srcId="{E52AF5A3-5DA5-4FD6-B37D-FAD87BECB095}" destId="{A27B073F-8C68-4619-B982-CC6671DE1F95}" srcOrd="0" destOrd="0" presId="urn:microsoft.com/office/officeart/2018/2/layout/IconLabelList"/>
    <dgm:cxn modelId="{490D3B90-29A6-49E8-BA1D-3E15BF8065B8}" type="presParOf" srcId="{A27B073F-8C68-4619-B982-CC6671DE1F95}" destId="{F392718F-15C5-4FC2-BAE3-166A2510BEBE}" srcOrd="0" destOrd="0" presId="urn:microsoft.com/office/officeart/2018/2/layout/IconLabelList"/>
    <dgm:cxn modelId="{2625B19C-D24C-4340-BD9A-07BA503A076D}" type="presParOf" srcId="{A27B073F-8C68-4619-B982-CC6671DE1F95}" destId="{F217407B-058E-4477-B41B-0E2F29D01FF3}" srcOrd="1" destOrd="0" presId="urn:microsoft.com/office/officeart/2018/2/layout/IconLabelList"/>
    <dgm:cxn modelId="{29CBCD97-ACA4-4A5C-ADBB-C9670AE2CB9B}" type="presParOf" srcId="{A27B073F-8C68-4619-B982-CC6671DE1F95}" destId="{97D222ED-BC99-4551-96C5-66DA7D706682}" srcOrd="2" destOrd="0" presId="urn:microsoft.com/office/officeart/2018/2/layout/IconLabelList"/>
    <dgm:cxn modelId="{57D25B9B-05C2-475F-AD3A-CC0227419D81}" type="presParOf" srcId="{E52AF5A3-5DA5-4FD6-B37D-FAD87BECB095}" destId="{61964650-A6DC-4433-9504-8C85D8E68B10}" srcOrd="1" destOrd="0" presId="urn:microsoft.com/office/officeart/2018/2/layout/IconLabelList"/>
    <dgm:cxn modelId="{2EB735FD-3E80-4E47-949D-9948DE602BAC}" type="presParOf" srcId="{E52AF5A3-5DA5-4FD6-B37D-FAD87BECB095}" destId="{D375A4FD-C8F3-4DF4-990A-06857EA9F990}" srcOrd="2" destOrd="0" presId="urn:microsoft.com/office/officeart/2018/2/layout/IconLabelList"/>
    <dgm:cxn modelId="{AF3BE296-1757-4D33-868B-C37C55078AD8}" type="presParOf" srcId="{D375A4FD-C8F3-4DF4-990A-06857EA9F990}" destId="{F04899B2-3E65-4DFD-9B8C-F7559F6F6493}" srcOrd="0" destOrd="0" presId="urn:microsoft.com/office/officeart/2018/2/layout/IconLabelList"/>
    <dgm:cxn modelId="{28BDEF02-79B5-49BE-B66C-719C68B07F83}" type="presParOf" srcId="{D375A4FD-C8F3-4DF4-990A-06857EA9F990}" destId="{30F59EC4-BAB0-4B01-A3D8-D99F29FDFD17}" srcOrd="1" destOrd="0" presId="urn:microsoft.com/office/officeart/2018/2/layout/IconLabelList"/>
    <dgm:cxn modelId="{3399EB32-FD41-4241-B00B-A2D046CB62E5}" type="presParOf" srcId="{D375A4FD-C8F3-4DF4-990A-06857EA9F990}" destId="{FD65A65E-27F4-4F15-B5AA-567AB8220DE2}" srcOrd="2" destOrd="0" presId="urn:microsoft.com/office/officeart/2018/2/layout/IconLabelList"/>
    <dgm:cxn modelId="{10C15D52-86FE-4846-A5C2-F6EC76185A07}" type="presParOf" srcId="{E52AF5A3-5DA5-4FD6-B37D-FAD87BECB095}" destId="{E1F560BA-A5C1-45AA-9ED3-400918091A19}" srcOrd="3" destOrd="0" presId="urn:microsoft.com/office/officeart/2018/2/layout/IconLabelList"/>
    <dgm:cxn modelId="{2F89AE51-BBB7-43E1-8B0A-5D2739871484}" type="presParOf" srcId="{E52AF5A3-5DA5-4FD6-B37D-FAD87BECB095}" destId="{341F366D-DBBB-48F0-9814-ACF253E5CD66}" srcOrd="4" destOrd="0" presId="urn:microsoft.com/office/officeart/2018/2/layout/IconLabelList"/>
    <dgm:cxn modelId="{F03B35D6-B428-41C1-A706-4199BEC53170}" type="presParOf" srcId="{341F366D-DBBB-48F0-9814-ACF253E5CD66}" destId="{D032C776-607B-4D1C-B28C-4C6311E4EA1A}" srcOrd="0" destOrd="0" presId="urn:microsoft.com/office/officeart/2018/2/layout/IconLabelList"/>
    <dgm:cxn modelId="{F3C22847-CC97-4045-92B9-AA3F165898DB}" type="presParOf" srcId="{341F366D-DBBB-48F0-9814-ACF253E5CD66}" destId="{5C820FD3-BCB8-4E7D-B228-8A4A632FE287}" srcOrd="1" destOrd="0" presId="urn:microsoft.com/office/officeart/2018/2/layout/IconLabelList"/>
    <dgm:cxn modelId="{DE86A694-8956-4805-B896-78706B56B646}" type="presParOf" srcId="{341F366D-DBBB-48F0-9814-ACF253E5CD66}" destId="{06B9D65C-143D-4328-B723-F3F7A2DF2AB1}" srcOrd="2" destOrd="0" presId="urn:microsoft.com/office/officeart/2018/2/layout/IconLabelList"/>
    <dgm:cxn modelId="{EAB3D57A-6970-49D8-9BB5-77414C8F7DC0}" type="presParOf" srcId="{E52AF5A3-5DA5-4FD6-B37D-FAD87BECB095}" destId="{18E10FAF-12A7-497A-8762-AC484B676CE7}" srcOrd="5" destOrd="0" presId="urn:microsoft.com/office/officeart/2018/2/layout/IconLabelList"/>
    <dgm:cxn modelId="{9818CF6A-CD53-43E7-9070-89DB3D2F37B5}" type="presParOf" srcId="{E52AF5A3-5DA5-4FD6-B37D-FAD87BECB095}" destId="{85BD882C-D27A-4225-8CDA-09DA477DD28E}" srcOrd="6" destOrd="0" presId="urn:microsoft.com/office/officeart/2018/2/layout/IconLabelList"/>
    <dgm:cxn modelId="{837B5BDD-6A51-4B8D-B58B-064522E20FD6}" type="presParOf" srcId="{85BD882C-D27A-4225-8CDA-09DA477DD28E}" destId="{0AA13D65-1139-4BD3-A127-41E1050D3C4D}" srcOrd="0" destOrd="0" presId="urn:microsoft.com/office/officeart/2018/2/layout/IconLabelList"/>
    <dgm:cxn modelId="{D210EDB9-E868-40F8-B1C0-7677B3673575}" type="presParOf" srcId="{85BD882C-D27A-4225-8CDA-09DA477DD28E}" destId="{229AC8E4-3D71-4ADB-94EF-590AED9E0D3F}" srcOrd="1" destOrd="0" presId="urn:microsoft.com/office/officeart/2018/2/layout/IconLabelList"/>
    <dgm:cxn modelId="{926E61F6-1E4A-4473-B7D8-71CC103F8C78}" type="presParOf" srcId="{85BD882C-D27A-4225-8CDA-09DA477DD28E}" destId="{39371874-08B4-4B69-99D0-414E268EA1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D8D1F3-DB0D-4623-BA3A-C5947227D2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71EC28F-1521-4F58-83C7-13F6FD21CCC3}">
      <dgm:prSet/>
      <dgm:spPr/>
      <dgm:t>
        <a:bodyPr/>
        <a:lstStyle/>
        <a:p>
          <a:r>
            <a:rPr lang="en-US"/>
            <a:t>Live hazard dashboard</a:t>
          </a:r>
        </a:p>
      </dgm:t>
    </dgm:pt>
    <dgm:pt modelId="{EFFA19F4-06F4-4893-A4F3-46F7936B0DD5}" type="parTrans" cxnId="{BB19CC5B-4688-48D4-A219-B310F3E27C56}">
      <dgm:prSet/>
      <dgm:spPr/>
      <dgm:t>
        <a:bodyPr/>
        <a:lstStyle/>
        <a:p>
          <a:endParaRPr lang="en-US"/>
        </a:p>
      </dgm:t>
    </dgm:pt>
    <dgm:pt modelId="{6D487C4E-AFAA-4C50-A256-55BA8FB4EFF3}" type="sibTrans" cxnId="{BB19CC5B-4688-48D4-A219-B310F3E27C56}">
      <dgm:prSet/>
      <dgm:spPr/>
      <dgm:t>
        <a:bodyPr/>
        <a:lstStyle/>
        <a:p>
          <a:endParaRPr lang="en-US"/>
        </a:p>
      </dgm:t>
    </dgm:pt>
    <dgm:pt modelId="{CCC7C466-4018-4FD9-8EAC-A0C7AB4C4FA2}">
      <dgm:prSet/>
      <dgm:spPr/>
      <dgm:t>
        <a:bodyPr/>
        <a:lstStyle/>
        <a:p>
          <a:r>
            <a:rPr lang="en-US"/>
            <a:t>Incident history browsing</a:t>
          </a:r>
        </a:p>
      </dgm:t>
    </dgm:pt>
    <dgm:pt modelId="{3372266C-9334-4BC7-BE6D-6444143A3F14}" type="parTrans" cxnId="{81FAF929-BCC2-4237-A799-2B9D06263E53}">
      <dgm:prSet/>
      <dgm:spPr/>
      <dgm:t>
        <a:bodyPr/>
        <a:lstStyle/>
        <a:p>
          <a:endParaRPr lang="en-US"/>
        </a:p>
      </dgm:t>
    </dgm:pt>
    <dgm:pt modelId="{79BC5563-B417-4D13-9384-0ADA6C4E98DA}" type="sibTrans" cxnId="{81FAF929-BCC2-4237-A799-2B9D06263E53}">
      <dgm:prSet/>
      <dgm:spPr/>
      <dgm:t>
        <a:bodyPr/>
        <a:lstStyle/>
        <a:p>
          <a:endParaRPr lang="en-US"/>
        </a:p>
      </dgm:t>
    </dgm:pt>
    <dgm:pt modelId="{1FB32448-6662-441C-BBBC-D86EB48CF07B}">
      <dgm:prSet/>
      <dgm:spPr/>
      <dgm:t>
        <a:bodyPr/>
        <a:lstStyle/>
        <a:p>
          <a:r>
            <a:rPr lang="en-US"/>
            <a:t>User authentication</a:t>
          </a:r>
        </a:p>
      </dgm:t>
    </dgm:pt>
    <dgm:pt modelId="{967AE9C4-E334-4672-9F1B-BE804408F9FE}" type="parTrans" cxnId="{E63E859D-B6C8-48DB-8498-6C589F915DDF}">
      <dgm:prSet/>
      <dgm:spPr/>
      <dgm:t>
        <a:bodyPr/>
        <a:lstStyle/>
        <a:p>
          <a:endParaRPr lang="en-US"/>
        </a:p>
      </dgm:t>
    </dgm:pt>
    <dgm:pt modelId="{C10A18C9-F812-4A6F-9A61-070187A1BF35}" type="sibTrans" cxnId="{E63E859D-B6C8-48DB-8498-6C589F915DDF}">
      <dgm:prSet/>
      <dgm:spPr/>
      <dgm:t>
        <a:bodyPr/>
        <a:lstStyle/>
        <a:p>
          <a:endParaRPr lang="en-US"/>
        </a:p>
      </dgm:t>
    </dgm:pt>
    <dgm:pt modelId="{B8655D27-04EB-4976-9B9F-47756A07E208}">
      <dgm:prSet/>
      <dgm:spPr/>
      <dgm:t>
        <a:bodyPr/>
        <a:lstStyle/>
        <a:p>
          <a:r>
            <a:rPr lang="en-US"/>
            <a:t>Cross-platform architecture</a:t>
          </a:r>
        </a:p>
      </dgm:t>
    </dgm:pt>
    <dgm:pt modelId="{3CF7E729-08DE-4D18-BFDE-73FF96BB25D8}" type="parTrans" cxnId="{75956170-4A2D-4900-B553-6ADC648ABAAF}">
      <dgm:prSet/>
      <dgm:spPr/>
      <dgm:t>
        <a:bodyPr/>
        <a:lstStyle/>
        <a:p>
          <a:endParaRPr lang="en-US"/>
        </a:p>
      </dgm:t>
    </dgm:pt>
    <dgm:pt modelId="{07A8AE83-A27D-4CDC-A209-05E399322328}" type="sibTrans" cxnId="{75956170-4A2D-4900-B553-6ADC648ABAAF}">
      <dgm:prSet/>
      <dgm:spPr/>
      <dgm:t>
        <a:bodyPr/>
        <a:lstStyle/>
        <a:p>
          <a:endParaRPr lang="en-US"/>
        </a:p>
      </dgm:t>
    </dgm:pt>
    <dgm:pt modelId="{99BFD639-6CB6-4BA7-8562-1374F4259CBF}" type="pres">
      <dgm:prSet presAssocID="{F0D8D1F3-DB0D-4623-BA3A-C5947227D2C3}" presName="root" presStyleCnt="0">
        <dgm:presLayoutVars>
          <dgm:dir/>
          <dgm:resizeHandles val="exact"/>
        </dgm:presLayoutVars>
      </dgm:prSet>
      <dgm:spPr/>
    </dgm:pt>
    <dgm:pt modelId="{224F012B-81BF-4492-A545-770CDA335B7A}" type="pres">
      <dgm:prSet presAssocID="{D71EC28F-1521-4F58-83C7-13F6FD21CCC3}" presName="compNode" presStyleCnt="0"/>
      <dgm:spPr/>
    </dgm:pt>
    <dgm:pt modelId="{9E81E8A3-D996-48D9-A1CE-8A152F50E6C8}" type="pres">
      <dgm:prSet presAssocID="{D71EC28F-1521-4F58-83C7-13F6FD21CC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0F62252-9CEB-4D48-9142-9C43593F9068}" type="pres">
      <dgm:prSet presAssocID="{D71EC28F-1521-4F58-83C7-13F6FD21CCC3}" presName="spaceRect" presStyleCnt="0"/>
      <dgm:spPr/>
    </dgm:pt>
    <dgm:pt modelId="{50D830C0-9329-431D-91BE-40E29F1D22CA}" type="pres">
      <dgm:prSet presAssocID="{D71EC28F-1521-4F58-83C7-13F6FD21CCC3}" presName="textRect" presStyleLbl="revTx" presStyleIdx="0" presStyleCnt="4">
        <dgm:presLayoutVars>
          <dgm:chMax val="1"/>
          <dgm:chPref val="1"/>
        </dgm:presLayoutVars>
      </dgm:prSet>
      <dgm:spPr/>
    </dgm:pt>
    <dgm:pt modelId="{9CF5950D-27C1-4421-8920-80D8FC3ACDB1}" type="pres">
      <dgm:prSet presAssocID="{6D487C4E-AFAA-4C50-A256-55BA8FB4EFF3}" presName="sibTrans" presStyleCnt="0"/>
      <dgm:spPr/>
    </dgm:pt>
    <dgm:pt modelId="{AD6E5C6A-3678-4960-84F8-38A7DB797B99}" type="pres">
      <dgm:prSet presAssocID="{CCC7C466-4018-4FD9-8EAC-A0C7AB4C4FA2}" presName="compNode" presStyleCnt="0"/>
      <dgm:spPr/>
    </dgm:pt>
    <dgm:pt modelId="{07A03BE2-F596-4AFD-8E76-44422BDF3579}" type="pres">
      <dgm:prSet presAssocID="{CCC7C466-4018-4FD9-8EAC-A0C7AB4C4F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0804733-D9D1-4F8C-92F5-4C1D93FC3A6F}" type="pres">
      <dgm:prSet presAssocID="{CCC7C466-4018-4FD9-8EAC-A0C7AB4C4FA2}" presName="spaceRect" presStyleCnt="0"/>
      <dgm:spPr/>
    </dgm:pt>
    <dgm:pt modelId="{9526ADB8-B194-4236-8148-D34AEECBEA76}" type="pres">
      <dgm:prSet presAssocID="{CCC7C466-4018-4FD9-8EAC-A0C7AB4C4FA2}" presName="textRect" presStyleLbl="revTx" presStyleIdx="1" presStyleCnt="4">
        <dgm:presLayoutVars>
          <dgm:chMax val="1"/>
          <dgm:chPref val="1"/>
        </dgm:presLayoutVars>
      </dgm:prSet>
      <dgm:spPr/>
    </dgm:pt>
    <dgm:pt modelId="{33127965-546B-4E45-80D4-B8974312C7B4}" type="pres">
      <dgm:prSet presAssocID="{79BC5563-B417-4D13-9384-0ADA6C4E98DA}" presName="sibTrans" presStyleCnt="0"/>
      <dgm:spPr/>
    </dgm:pt>
    <dgm:pt modelId="{E2F9E301-079C-4BA4-AA07-72629F1F2AA2}" type="pres">
      <dgm:prSet presAssocID="{1FB32448-6662-441C-BBBC-D86EB48CF07B}" presName="compNode" presStyleCnt="0"/>
      <dgm:spPr/>
    </dgm:pt>
    <dgm:pt modelId="{5B785435-7A8E-4057-9129-14058D8E8F44}" type="pres">
      <dgm:prSet presAssocID="{1FB32448-6662-441C-BBBC-D86EB48CF0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C1DA127-0460-4EED-966B-FD6C3A424F19}" type="pres">
      <dgm:prSet presAssocID="{1FB32448-6662-441C-BBBC-D86EB48CF07B}" presName="spaceRect" presStyleCnt="0"/>
      <dgm:spPr/>
    </dgm:pt>
    <dgm:pt modelId="{643A1393-6B89-4E7F-9D17-EAC486E3EE3A}" type="pres">
      <dgm:prSet presAssocID="{1FB32448-6662-441C-BBBC-D86EB48CF07B}" presName="textRect" presStyleLbl="revTx" presStyleIdx="2" presStyleCnt="4">
        <dgm:presLayoutVars>
          <dgm:chMax val="1"/>
          <dgm:chPref val="1"/>
        </dgm:presLayoutVars>
      </dgm:prSet>
      <dgm:spPr/>
    </dgm:pt>
    <dgm:pt modelId="{1821DDEB-2AD0-4F48-9448-34DB28A312F5}" type="pres">
      <dgm:prSet presAssocID="{C10A18C9-F812-4A6F-9A61-070187A1BF35}" presName="sibTrans" presStyleCnt="0"/>
      <dgm:spPr/>
    </dgm:pt>
    <dgm:pt modelId="{624FE523-7683-44D8-936A-0C1D76E48F96}" type="pres">
      <dgm:prSet presAssocID="{B8655D27-04EB-4976-9B9F-47756A07E208}" presName="compNode" presStyleCnt="0"/>
      <dgm:spPr/>
    </dgm:pt>
    <dgm:pt modelId="{DE6A6EFF-686B-45A7-908F-6471A2FA21A6}" type="pres">
      <dgm:prSet presAssocID="{B8655D27-04EB-4976-9B9F-47756A07E20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DF9F5E2-0F06-45D1-A490-8CDF4089150F}" type="pres">
      <dgm:prSet presAssocID="{B8655D27-04EB-4976-9B9F-47756A07E208}" presName="spaceRect" presStyleCnt="0"/>
      <dgm:spPr/>
    </dgm:pt>
    <dgm:pt modelId="{AF1C4718-1B3E-489F-B10F-A175D1346B65}" type="pres">
      <dgm:prSet presAssocID="{B8655D27-04EB-4976-9B9F-47756A07E20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1FAF929-BCC2-4237-A799-2B9D06263E53}" srcId="{F0D8D1F3-DB0D-4623-BA3A-C5947227D2C3}" destId="{CCC7C466-4018-4FD9-8EAC-A0C7AB4C4FA2}" srcOrd="1" destOrd="0" parTransId="{3372266C-9334-4BC7-BE6D-6444143A3F14}" sibTransId="{79BC5563-B417-4D13-9384-0ADA6C4E98DA}"/>
    <dgm:cxn modelId="{FFA29940-D6A5-4F1F-A1AD-165F15700A44}" type="presOf" srcId="{F0D8D1F3-DB0D-4623-BA3A-C5947227D2C3}" destId="{99BFD639-6CB6-4BA7-8562-1374F4259CBF}" srcOrd="0" destOrd="0" presId="urn:microsoft.com/office/officeart/2018/2/layout/IconLabelList"/>
    <dgm:cxn modelId="{BB19CC5B-4688-48D4-A219-B310F3E27C56}" srcId="{F0D8D1F3-DB0D-4623-BA3A-C5947227D2C3}" destId="{D71EC28F-1521-4F58-83C7-13F6FD21CCC3}" srcOrd="0" destOrd="0" parTransId="{EFFA19F4-06F4-4893-A4F3-46F7936B0DD5}" sibTransId="{6D487C4E-AFAA-4C50-A256-55BA8FB4EFF3}"/>
    <dgm:cxn modelId="{75956170-4A2D-4900-B553-6ADC648ABAAF}" srcId="{F0D8D1F3-DB0D-4623-BA3A-C5947227D2C3}" destId="{B8655D27-04EB-4976-9B9F-47756A07E208}" srcOrd="3" destOrd="0" parTransId="{3CF7E729-08DE-4D18-BFDE-73FF96BB25D8}" sibTransId="{07A8AE83-A27D-4CDC-A209-05E399322328}"/>
    <dgm:cxn modelId="{DFDBCB75-7B61-4F5C-AFA7-832D2A132DF9}" type="presOf" srcId="{1FB32448-6662-441C-BBBC-D86EB48CF07B}" destId="{643A1393-6B89-4E7F-9D17-EAC486E3EE3A}" srcOrd="0" destOrd="0" presId="urn:microsoft.com/office/officeart/2018/2/layout/IconLabelList"/>
    <dgm:cxn modelId="{53CB0588-F316-4F1E-848E-760F963C3B10}" type="presOf" srcId="{CCC7C466-4018-4FD9-8EAC-A0C7AB4C4FA2}" destId="{9526ADB8-B194-4236-8148-D34AEECBEA76}" srcOrd="0" destOrd="0" presId="urn:microsoft.com/office/officeart/2018/2/layout/IconLabelList"/>
    <dgm:cxn modelId="{C2BC2B9D-2C47-477A-AD14-B5579921001A}" type="presOf" srcId="{B8655D27-04EB-4976-9B9F-47756A07E208}" destId="{AF1C4718-1B3E-489F-B10F-A175D1346B65}" srcOrd="0" destOrd="0" presId="urn:microsoft.com/office/officeart/2018/2/layout/IconLabelList"/>
    <dgm:cxn modelId="{E63E859D-B6C8-48DB-8498-6C589F915DDF}" srcId="{F0D8D1F3-DB0D-4623-BA3A-C5947227D2C3}" destId="{1FB32448-6662-441C-BBBC-D86EB48CF07B}" srcOrd="2" destOrd="0" parTransId="{967AE9C4-E334-4672-9F1B-BE804408F9FE}" sibTransId="{C10A18C9-F812-4A6F-9A61-070187A1BF35}"/>
    <dgm:cxn modelId="{B311A9F8-89E7-4683-9716-09DF23D47991}" type="presOf" srcId="{D71EC28F-1521-4F58-83C7-13F6FD21CCC3}" destId="{50D830C0-9329-431D-91BE-40E29F1D22CA}" srcOrd="0" destOrd="0" presId="urn:microsoft.com/office/officeart/2018/2/layout/IconLabelList"/>
    <dgm:cxn modelId="{5DB6DEB2-8AA1-4A51-BB9D-CB7CA0415069}" type="presParOf" srcId="{99BFD639-6CB6-4BA7-8562-1374F4259CBF}" destId="{224F012B-81BF-4492-A545-770CDA335B7A}" srcOrd="0" destOrd="0" presId="urn:microsoft.com/office/officeart/2018/2/layout/IconLabelList"/>
    <dgm:cxn modelId="{C6F900BA-C4CD-43EB-850F-B977C8086E52}" type="presParOf" srcId="{224F012B-81BF-4492-A545-770CDA335B7A}" destId="{9E81E8A3-D996-48D9-A1CE-8A152F50E6C8}" srcOrd="0" destOrd="0" presId="urn:microsoft.com/office/officeart/2018/2/layout/IconLabelList"/>
    <dgm:cxn modelId="{884C733D-11C1-4659-92F2-04FDE2CD9BBB}" type="presParOf" srcId="{224F012B-81BF-4492-A545-770CDA335B7A}" destId="{60F62252-9CEB-4D48-9142-9C43593F9068}" srcOrd="1" destOrd="0" presId="urn:microsoft.com/office/officeart/2018/2/layout/IconLabelList"/>
    <dgm:cxn modelId="{13E93D2D-795A-4A8B-AEAC-AF79173E5DDF}" type="presParOf" srcId="{224F012B-81BF-4492-A545-770CDA335B7A}" destId="{50D830C0-9329-431D-91BE-40E29F1D22CA}" srcOrd="2" destOrd="0" presId="urn:microsoft.com/office/officeart/2018/2/layout/IconLabelList"/>
    <dgm:cxn modelId="{CA13528D-B102-43D7-BF6B-1A8E67B813A6}" type="presParOf" srcId="{99BFD639-6CB6-4BA7-8562-1374F4259CBF}" destId="{9CF5950D-27C1-4421-8920-80D8FC3ACDB1}" srcOrd="1" destOrd="0" presId="urn:microsoft.com/office/officeart/2018/2/layout/IconLabelList"/>
    <dgm:cxn modelId="{C78FF114-9D9A-4133-B46A-A10BE23FBFC8}" type="presParOf" srcId="{99BFD639-6CB6-4BA7-8562-1374F4259CBF}" destId="{AD6E5C6A-3678-4960-84F8-38A7DB797B99}" srcOrd="2" destOrd="0" presId="urn:microsoft.com/office/officeart/2018/2/layout/IconLabelList"/>
    <dgm:cxn modelId="{0400C8EF-5F40-4885-88B4-7D1162D4D588}" type="presParOf" srcId="{AD6E5C6A-3678-4960-84F8-38A7DB797B99}" destId="{07A03BE2-F596-4AFD-8E76-44422BDF3579}" srcOrd="0" destOrd="0" presId="urn:microsoft.com/office/officeart/2018/2/layout/IconLabelList"/>
    <dgm:cxn modelId="{9B076527-383E-44BD-A997-04614F9F28D5}" type="presParOf" srcId="{AD6E5C6A-3678-4960-84F8-38A7DB797B99}" destId="{60804733-D9D1-4F8C-92F5-4C1D93FC3A6F}" srcOrd="1" destOrd="0" presId="urn:microsoft.com/office/officeart/2018/2/layout/IconLabelList"/>
    <dgm:cxn modelId="{636D255D-6452-4737-94DD-012EE74819BC}" type="presParOf" srcId="{AD6E5C6A-3678-4960-84F8-38A7DB797B99}" destId="{9526ADB8-B194-4236-8148-D34AEECBEA76}" srcOrd="2" destOrd="0" presId="urn:microsoft.com/office/officeart/2018/2/layout/IconLabelList"/>
    <dgm:cxn modelId="{92A9DBD3-3853-4762-85B5-8BFABB71318F}" type="presParOf" srcId="{99BFD639-6CB6-4BA7-8562-1374F4259CBF}" destId="{33127965-546B-4E45-80D4-B8974312C7B4}" srcOrd="3" destOrd="0" presId="urn:microsoft.com/office/officeart/2018/2/layout/IconLabelList"/>
    <dgm:cxn modelId="{F59E8906-398C-46DF-B5C3-B1346DB66BBD}" type="presParOf" srcId="{99BFD639-6CB6-4BA7-8562-1374F4259CBF}" destId="{E2F9E301-079C-4BA4-AA07-72629F1F2AA2}" srcOrd="4" destOrd="0" presId="urn:microsoft.com/office/officeart/2018/2/layout/IconLabelList"/>
    <dgm:cxn modelId="{452B2A2F-DAC5-445B-ABEF-577DDD573D5B}" type="presParOf" srcId="{E2F9E301-079C-4BA4-AA07-72629F1F2AA2}" destId="{5B785435-7A8E-4057-9129-14058D8E8F44}" srcOrd="0" destOrd="0" presId="urn:microsoft.com/office/officeart/2018/2/layout/IconLabelList"/>
    <dgm:cxn modelId="{3891630C-714F-4A79-BC7F-457C13C7AE61}" type="presParOf" srcId="{E2F9E301-079C-4BA4-AA07-72629F1F2AA2}" destId="{DC1DA127-0460-4EED-966B-FD6C3A424F19}" srcOrd="1" destOrd="0" presId="urn:microsoft.com/office/officeart/2018/2/layout/IconLabelList"/>
    <dgm:cxn modelId="{5A8C3833-4AF6-40E4-B51A-354498EC41BE}" type="presParOf" srcId="{E2F9E301-079C-4BA4-AA07-72629F1F2AA2}" destId="{643A1393-6B89-4E7F-9D17-EAC486E3EE3A}" srcOrd="2" destOrd="0" presId="urn:microsoft.com/office/officeart/2018/2/layout/IconLabelList"/>
    <dgm:cxn modelId="{B6C719B7-8DDE-43C3-A685-6B26508B65BE}" type="presParOf" srcId="{99BFD639-6CB6-4BA7-8562-1374F4259CBF}" destId="{1821DDEB-2AD0-4F48-9448-34DB28A312F5}" srcOrd="5" destOrd="0" presId="urn:microsoft.com/office/officeart/2018/2/layout/IconLabelList"/>
    <dgm:cxn modelId="{F65A3946-D26C-4F55-B905-219B0B8698F2}" type="presParOf" srcId="{99BFD639-6CB6-4BA7-8562-1374F4259CBF}" destId="{624FE523-7683-44D8-936A-0C1D76E48F96}" srcOrd="6" destOrd="0" presId="urn:microsoft.com/office/officeart/2018/2/layout/IconLabelList"/>
    <dgm:cxn modelId="{CC976597-2403-463C-AD2B-73797C159D26}" type="presParOf" srcId="{624FE523-7683-44D8-936A-0C1D76E48F96}" destId="{DE6A6EFF-686B-45A7-908F-6471A2FA21A6}" srcOrd="0" destOrd="0" presId="urn:microsoft.com/office/officeart/2018/2/layout/IconLabelList"/>
    <dgm:cxn modelId="{3E823E00-B28C-4FDE-B3C4-FB88C65E8D15}" type="presParOf" srcId="{624FE523-7683-44D8-936A-0C1D76E48F96}" destId="{FDF9F5E2-0F06-45D1-A490-8CDF4089150F}" srcOrd="1" destOrd="0" presId="urn:microsoft.com/office/officeart/2018/2/layout/IconLabelList"/>
    <dgm:cxn modelId="{4A0AD46D-4625-4EC3-89ED-C23BA1383364}" type="presParOf" srcId="{624FE523-7683-44D8-936A-0C1D76E48F96}" destId="{AF1C4718-1B3E-489F-B10F-A175D1346B6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457142-3580-49C7-8473-576FE19358C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26497DF-5A65-4346-A73E-15D3E980795C}">
      <dgm:prSet/>
      <dgm:spPr/>
      <dgm:t>
        <a:bodyPr/>
        <a:lstStyle/>
        <a:p>
          <a:r>
            <a:rPr lang="en-US"/>
            <a:t>Dashcam -&gt; YOLOv8 detection</a:t>
          </a:r>
        </a:p>
      </dgm:t>
    </dgm:pt>
    <dgm:pt modelId="{C140CA22-07DD-448A-9159-9AD71560D522}" type="parTrans" cxnId="{C7001633-FE62-4E61-BCEF-696908225BFF}">
      <dgm:prSet/>
      <dgm:spPr/>
      <dgm:t>
        <a:bodyPr/>
        <a:lstStyle/>
        <a:p>
          <a:endParaRPr lang="en-US"/>
        </a:p>
      </dgm:t>
    </dgm:pt>
    <dgm:pt modelId="{16C7C149-4CA9-4798-BE1B-AD47A3F7015C}" type="sibTrans" cxnId="{C7001633-FE62-4E61-BCEF-696908225BFF}">
      <dgm:prSet/>
      <dgm:spPr/>
      <dgm:t>
        <a:bodyPr/>
        <a:lstStyle/>
        <a:p>
          <a:endParaRPr lang="en-US"/>
        </a:p>
      </dgm:t>
    </dgm:pt>
    <dgm:pt modelId="{D483725F-E8FB-4A62-B5A4-5168F547493D}">
      <dgm:prSet/>
      <dgm:spPr/>
      <dgm:t>
        <a:bodyPr/>
        <a:lstStyle/>
        <a:p>
          <a:r>
            <a:rPr lang="en-US"/>
            <a:t>Confirmed hazard -&gt; Flask API</a:t>
          </a:r>
        </a:p>
      </dgm:t>
    </dgm:pt>
    <dgm:pt modelId="{14126900-5A6D-41C4-BB0D-F31BCD80D70C}" type="parTrans" cxnId="{CFC2E089-E6EC-4C9C-8460-0F6B11309274}">
      <dgm:prSet/>
      <dgm:spPr/>
      <dgm:t>
        <a:bodyPr/>
        <a:lstStyle/>
        <a:p>
          <a:endParaRPr lang="en-US"/>
        </a:p>
      </dgm:t>
    </dgm:pt>
    <dgm:pt modelId="{1128518D-2447-48EC-BAFB-D52B429CAEC6}" type="sibTrans" cxnId="{CFC2E089-E6EC-4C9C-8460-0F6B11309274}">
      <dgm:prSet/>
      <dgm:spPr/>
      <dgm:t>
        <a:bodyPr/>
        <a:lstStyle/>
        <a:p>
          <a:endParaRPr lang="en-US"/>
        </a:p>
      </dgm:t>
    </dgm:pt>
    <dgm:pt modelId="{225EF409-49CE-4A25-B359-76D4C3A01BF1}">
      <dgm:prSet/>
      <dgm:spPr/>
      <dgm:t>
        <a:bodyPr/>
        <a:lstStyle/>
        <a:p>
          <a:r>
            <a:rPr lang="en-US"/>
            <a:t>API -&gt; Firestore storage</a:t>
          </a:r>
        </a:p>
      </dgm:t>
    </dgm:pt>
    <dgm:pt modelId="{03B28C78-5330-4CFD-BECD-EE6BED389ECB}" type="parTrans" cxnId="{96C2BBB2-8918-4F98-AA51-B8F1A07376D2}">
      <dgm:prSet/>
      <dgm:spPr/>
      <dgm:t>
        <a:bodyPr/>
        <a:lstStyle/>
        <a:p>
          <a:endParaRPr lang="en-US"/>
        </a:p>
      </dgm:t>
    </dgm:pt>
    <dgm:pt modelId="{B2DD0953-8617-449E-B99E-893A73A441BE}" type="sibTrans" cxnId="{96C2BBB2-8918-4F98-AA51-B8F1A07376D2}">
      <dgm:prSet/>
      <dgm:spPr/>
      <dgm:t>
        <a:bodyPr/>
        <a:lstStyle/>
        <a:p>
          <a:endParaRPr lang="en-US"/>
        </a:p>
      </dgm:t>
    </dgm:pt>
    <dgm:pt modelId="{DE9677EA-641E-4A9C-80B5-4C20A16B7881}">
      <dgm:prSet/>
      <dgm:spPr/>
      <dgm:t>
        <a:bodyPr/>
        <a:lstStyle/>
        <a:p>
          <a:r>
            <a:rPr lang="en-US"/>
            <a:t>Mobile app -&gt; Fetch &amp; display alerts</a:t>
          </a:r>
        </a:p>
      </dgm:t>
    </dgm:pt>
    <dgm:pt modelId="{930A7C2E-B98C-4678-85B9-F245BB1C6A1D}" type="parTrans" cxnId="{8B43A57F-A29F-4439-8A0F-B23A947084F8}">
      <dgm:prSet/>
      <dgm:spPr/>
      <dgm:t>
        <a:bodyPr/>
        <a:lstStyle/>
        <a:p>
          <a:endParaRPr lang="en-US"/>
        </a:p>
      </dgm:t>
    </dgm:pt>
    <dgm:pt modelId="{ECFBF0F1-4C55-4DA7-B063-8B31C6974863}" type="sibTrans" cxnId="{8B43A57F-A29F-4439-8A0F-B23A947084F8}">
      <dgm:prSet/>
      <dgm:spPr/>
      <dgm:t>
        <a:bodyPr/>
        <a:lstStyle/>
        <a:p>
          <a:endParaRPr lang="en-US"/>
        </a:p>
      </dgm:t>
    </dgm:pt>
    <dgm:pt modelId="{71A32963-EE7D-4D67-BEA2-BABC4D94507A}" type="pres">
      <dgm:prSet presAssocID="{EF457142-3580-49C7-8473-576FE19358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334C3B-68BE-4F6F-AAA5-B220CD01E955}" type="pres">
      <dgm:prSet presAssocID="{026497DF-5A65-4346-A73E-15D3E980795C}" presName="hierRoot1" presStyleCnt="0"/>
      <dgm:spPr/>
    </dgm:pt>
    <dgm:pt modelId="{068A9B28-908D-44AE-9036-23463F268A69}" type="pres">
      <dgm:prSet presAssocID="{026497DF-5A65-4346-A73E-15D3E980795C}" presName="composite" presStyleCnt="0"/>
      <dgm:spPr/>
    </dgm:pt>
    <dgm:pt modelId="{F1851068-7106-45E8-9FE5-4E8AFA6FB8C3}" type="pres">
      <dgm:prSet presAssocID="{026497DF-5A65-4346-A73E-15D3E980795C}" presName="background" presStyleLbl="node0" presStyleIdx="0" presStyleCnt="4"/>
      <dgm:spPr/>
    </dgm:pt>
    <dgm:pt modelId="{B1C51C43-7D1B-4DF8-8705-96B65B701A54}" type="pres">
      <dgm:prSet presAssocID="{026497DF-5A65-4346-A73E-15D3E980795C}" presName="text" presStyleLbl="fgAcc0" presStyleIdx="0" presStyleCnt="4">
        <dgm:presLayoutVars>
          <dgm:chPref val="3"/>
        </dgm:presLayoutVars>
      </dgm:prSet>
      <dgm:spPr/>
    </dgm:pt>
    <dgm:pt modelId="{3E476658-15F8-4F96-91C7-412D7951E683}" type="pres">
      <dgm:prSet presAssocID="{026497DF-5A65-4346-A73E-15D3E980795C}" presName="hierChild2" presStyleCnt="0"/>
      <dgm:spPr/>
    </dgm:pt>
    <dgm:pt modelId="{927024A5-36DA-42FC-8FC5-3C781A880F4A}" type="pres">
      <dgm:prSet presAssocID="{D483725F-E8FB-4A62-B5A4-5168F547493D}" presName="hierRoot1" presStyleCnt="0"/>
      <dgm:spPr/>
    </dgm:pt>
    <dgm:pt modelId="{255B485D-AE6F-4A59-8B0C-5F64FAD1F7B7}" type="pres">
      <dgm:prSet presAssocID="{D483725F-E8FB-4A62-B5A4-5168F547493D}" presName="composite" presStyleCnt="0"/>
      <dgm:spPr/>
    </dgm:pt>
    <dgm:pt modelId="{D56FADF3-881D-4871-9AE8-460ABC46E7C7}" type="pres">
      <dgm:prSet presAssocID="{D483725F-E8FB-4A62-B5A4-5168F547493D}" presName="background" presStyleLbl="node0" presStyleIdx="1" presStyleCnt="4"/>
      <dgm:spPr/>
    </dgm:pt>
    <dgm:pt modelId="{97B8C212-FCB5-492C-91A4-1110F9DDBCEE}" type="pres">
      <dgm:prSet presAssocID="{D483725F-E8FB-4A62-B5A4-5168F547493D}" presName="text" presStyleLbl="fgAcc0" presStyleIdx="1" presStyleCnt="4">
        <dgm:presLayoutVars>
          <dgm:chPref val="3"/>
        </dgm:presLayoutVars>
      </dgm:prSet>
      <dgm:spPr/>
    </dgm:pt>
    <dgm:pt modelId="{15022C35-509A-4F93-B077-6DB2C3C476AE}" type="pres">
      <dgm:prSet presAssocID="{D483725F-E8FB-4A62-B5A4-5168F547493D}" presName="hierChild2" presStyleCnt="0"/>
      <dgm:spPr/>
    </dgm:pt>
    <dgm:pt modelId="{8738CDD0-083C-4834-9CA6-1B98A5CBFD59}" type="pres">
      <dgm:prSet presAssocID="{225EF409-49CE-4A25-B359-76D4C3A01BF1}" presName="hierRoot1" presStyleCnt="0"/>
      <dgm:spPr/>
    </dgm:pt>
    <dgm:pt modelId="{9336BBB8-D575-46B6-A1B6-AA2499C2DD3A}" type="pres">
      <dgm:prSet presAssocID="{225EF409-49CE-4A25-B359-76D4C3A01BF1}" presName="composite" presStyleCnt="0"/>
      <dgm:spPr/>
    </dgm:pt>
    <dgm:pt modelId="{2243E318-68BB-4EF5-8C45-EE462DBAD620}" type="pres">
      <dgm:prSet presAssocID="{225EF409-49CE-4A25-B359-76D4C3A01BF1}" presName="background" presStyleLbl="node0" presStyleIdx="2" presStyleCnt="4"/>
      <dgm:spPr/>
    </dgm:pt>
    <dgm:pt modelId="{F8C697F9-AB3A-4A46-BAB3-8DDD4A3D3EC3}" type="pres">
      <dgm:prSet presAssocID="{225EF409-49CE-4A25-B359-76D4C3A01BF1}" presName="text" presStyleLbl="fgAcc0" presStyleIdx="2" presStyleCnt="4">
        <dgm:presLayoutVars>
          <dgm:chPref val="3"/>
        </dgm:presLayoutVars>
      </dgm:prSet>
      <dgm:spPr/>
    </dgm:pt>
    <dgm:pt modelId="{EE79774B-5FBB-4AF0-AF7F-100BA74261A2}" type="pres">
      <dgm:prSet presAssocID="{225EF409-49CE-4A25-B359-76D4C3A01BF1}" presName="hierChild2" presStyleCnt="0"/>
      <dgm:spPr/>
    </dgm:pt>
    <dgm:pt modelId="{F7D5D713-1094-4543-BC7D-893E4355413F}" type="pres">
      <dgm:prSet presAssocID="{DE9677EA-641E-4A9C-80B5-4C20A16B7881}" presName="hierRoot1" presStyleCnt="0"/>
      <dgm:spPr/>
    </dgm:pt>
    <dgm:pt modelId="{B13DECD0-1E0F-4451-BDD3-EEC6BF705740}" type="pres">
      <dgm:prSet presAssocID="{DE9677EA-641E-4A9C-80B5-4C20A16B7881}" presName="composite" presStyleCnt="0"/>
      <dgm:spPr/>
    </dgm:pt>
    <dgm:pt modelId="{E78318DA-4E31-4624-98F7-424B0B928A5A}" type="pres">
      <dgm:prSet presAssocID="{DE9677EA-641E-4A9C-80B5-4C20A16B7881}" presName="background" presStyleLbl="node0" presStyleIdx="3" presStyleCnt="4"/>
      <dgm:spPr/>
    </dgm:pt>
    <dgm:pt modelId="{7BB43AF6-46FE-4437-8187-7E1B75745FDA}" type="pres">
      <dgm:prSet presAssocID="{DE9677EA-641E-4A9C-80B5-4C20A16B7881}" presName="text" presStyleLbl="fgAcc0" presStyleIdx="3" presStyleCnt="4">
        <dgm:presLayoutVars>
          <dgm:chPref val="3"/>
        </dgm:presLayoutVars>
      </dgm:prSet>
      <dgm:spPr/>
    </dgm:pt>
    <dgm:pt modelId="{28BB8007-A7C6-48B8-BF01-E824B53A4101}" type="pres">
      <dgm:prSet presAssocID="{DE9677EA-641E-4A9C-80B5-4C20A16B7881}" presName="hierChild2" presStyleCnt="0"/>
      <dgm:spPr/>
    </dgm:pt>
  </dgm:ptLst>
  <dgm:cxnLst>
    <dgm:cxn modelId="{C7001633-FE62-4E61-BCEF-696908225BFF}" srcId="{EF457142-3580-49C7-8473-576FE19358CA}" destId="{026497DF-5A65-4346-A73E-15D3E980795C}" srcOrd="0" destOrd="0" parTransId="{C140CA22-07DD-448A-9159-9AD71560D522}" sibTransId="{16C7C149-4CA9-4798-BE1B-AD47A3F7015C}"/>
    <dgm:cxn modelId="{72B98A33-FD9E-469C-BA05-F17529F04ED5}" type="presOf" srcId="{225EF409-49CE-4A25-B359-76D4C3A01BF1}" destId="{F8C697F9-AB3A-4A46-BAB3-8DDD4A3D3EC3}" srcOrd="0" destOrd="0" presId="urn:microsoft.com/office/officeart/2005/8/layout/hierarchy1"/>
    <dgm:cxn modelId="{3637A876-228B-4608-9B9F-8E689E0E0A3A}" type="presOf" srcId="{D483725F-E8FB-4A62-B5A4-5168F547493D}" destId="{97B8C212-FCB5-492C-91A4-1110F9DDBCEE}" srcOrd="0" destOrd="0" presId="urn:microsoft.com/office/officeart/2005/8/layout/hierarchy1"/>
    <dgm:cxn modelId="{8B43A57F-A29F-4439-8A0F-B23A947084F8}" srcId="{EF457142-3580-49C7-8473-576FE19358CA}" destId="{DE9677EA-641E-4A9C-80B5-4C20A16B7881}" srcOrd="3" destOrd="0" parTransId="{930A7C2E-B98C-4678-85B9-F245BB1C6A1D}" sibTransId="{ECFBF0F1-4C55-4DA7-B063-8B31C6974863}"/>
    <dgm:cxn modelId="{CFC2E089-E6EC-4C9C-8460-0F6B11309274}" srcId="{EF457142-3580-49C7-8473-576FE19358CA}" destId="{D483725F-E8FB-4A62-B5A4-5168F547493D}" srcOrd="1" destOrd="0" parTransId="{14126900-5A6D-41C4-BB0D-F31BCD80D70C}" sibTransId="{1128518D-2447-48EC-BAFB-D52B429CAEC6}"/>
    <dgm:cxn modelId="{EBFF88A6-FD74-4759-9FB5-42F870B88E12}" type="presOf" srcId="{EF457142-3580-49C7-8473-576FE19358CA}" destId="{71A32963-EE7D-4D67-BEA2-BABC4D94507A}" srcOrd="0" destOrd="0" presId="urn:microsoft.com/office/officeart/2005/8/layout/hierarchy1"/>
    <dgm:cxn modelId="{96C2BBB2-8918-4F98-AA51-B8F1A07376D2}" srcId="{EF457142-3580-49C7-8473-576FE19358CA}" destId="{225EF409-49CE-4A25-B359-76D4C3A01BF1}" srcOrd="2" destOrd="0" parTransId="{03B28C78-5330-4CFD-BECD-EE6BED389ECB}" sibTransId="{B2DD0953-8617-449E-B99E-893A73A441BE}"/>
    <dgm:cxn modelId="{87E595D3-30F2-469A-8A8C-F72AA16A5384}" type="presOf" srcId="{026497DF-5A65-4346-A73E-15D3E980795C}" destId="{B1C51C43-7D1B-4DF8-8705-96B65B701A54}" srcOrd="0" destOrd="0" presId="urn:microsoft.com/office/officeart/2005/8/layout/hierarchy1"/>
    <dgm:cxn modelId="{BA4A75EB-F0FF-43E7-87E8-F0C65C2AA246}" type="presOf" srcId="{DE9677EA-641E-4A9C-80B5-4C20A16B7881}" destId="{7BB43AF6-46FE-4437-8187-7E1B75745FDA}" srcOrd="0" destOrd="0" presId="urn:microsoft.com/office/officeart/2005/8/layout/hierarchy1"/>
    <dgm:cxn modelId="{F0605D4E-CF2F-449F-9415-61FCA2C16460}" type="presParOf" srcId="{71A32963-EE7D-4D67-BEA2-BABC4D94507A}" destId="{DF334C3B-68BE-4F6F-AAA5-B220CD01E955}" srcOrd="0" destOrd="0" presId="urn:microsoft.com/office/officeart/2005/8/layout/hierarchy1"/>
    <dgm:cxn modelId="{B5BB5F0B-23B1-46E4-B305-9A9DA8175767}" type="presParOf" srcId="{DF334C3B-68BE-4F6F-AAA5-B220CD01E955}" destId="{068A9B28-908D-44AE-9036-23463F268A69}" srcOrd="0" destOrd="0" presId="urn:microsoft.com/office/officeart/2005/8/layout/hierarchy1"/>
    <dgm:cxn modelId="{46530AF7-1183-4CA8-A0BE-0298AA7A65DF}" type="presParOf" srcId="{068A9B28-908D-44AE-9036-23463F268A69}" destId="{F1851068-7106-45E8-9FE5-4E8AFA6FB8C3}" srcOrd="0" destOrd="0" presId="urn:microsoft.com/office/officeart/2005/8/layout/hierarchy1"/>
    <dgm:cxn modelId="{B225BCAD-26F1-4A33-9EE3-54D405BD9C45}" type="presParOf" srcId="{068A9B28-908D-44AE-9036-23463F268A69}" destId="{B1C51C43-7D1B-4DF8-8705-96B65B701A54}" srcOrd="1" destOrd="0" presId="urn:microsoft.com/office/officeart/2005/8/layout/hierarchy1"/>
    <dgm:cxn modelId="{AFA333F8-4F5D-4427-B4F3-276FBB5D6DC1}" type="presParOf" srcId="{DF334C3B-68BE-4F6F-AAA5-B220CD01E955}" destId="{3E476658-15F8-4F96-91C7-412D7951E683}" srcOrd="1" destOrd="0" presId="urn:microsoft.com/office/officeart/2005/8/layout/hierarchy1"/>
    <dgm:cxn modelId="{9AA3B5A6-4412-479F-8F3C-4938D1B5C921}" type="presParOf" srcId="{71A32963-EE7D-4D67-BEA2-BABC4D94507A}" destId="{927024A5-36DA-42FC-8FC5-3C781A880F4A}" srcOrd="1" destOrd="0" presId="urn:microsoft.com/office/officeart/2005/8/layout/hierarchy1"/>
    <dgm:cxn modelId="{1C0AB436-08E3-41B3-B825-34413769E312}" type="presParOf" srcId="{927024A5-36DA-42FC-8FC5-3C781A880F4A}" destId="{255B485D-AE6F-4A59-8B0C-5F64FAD1F7B7}" srcOrd="0" destOrd="0" presId="urn:microsoft.com/office/officeart/2005/8/layout/hierarchy1"/>
    <dgm:cxn modelId="{D6FA1920-215C-41AE-8BA9-F28F1A29D5D7}" type="presParOf" srcId="{255B485D-AE6F-4A59-8B0C-5F64FAD1F7B7}" destId="{D56FADF3-881D-4871-9AE8-460ABC46E7C7}" srcOrd="0" destOrd="0" presId="urn:microsoft.com/office/officeart/2005/8/layout/hierarchy1"/>
    <dgm:cxn modelId="{745C11A6-C498-4792-992E-43F14073A180}" type="presParOf" srcId="{255B485D-AE6F-4A59-8B0C-5F64FAD1F7B7}" destId="{97B8C212-FCB5-492C-91A4-1110F9DDBCEE}" srcOrd="1" destOrd="0" presId="urn:microsoft.com/office/officeart/2005/8/layout/hierarchy1"/>
    <dgm:cxn modelId="{4B4FDE43-78D8-4BD9-B2D5-782AFE3569B2}" type="presParOf" srcId="{927024A5-36DA-42FC-8FC5-3C781A880F4A}" destId="{15022C35-509A-4F93-B077-6DB2C3C476AE}" srcOrd="1" destOrd="0" presId="urn:microsoft.com/office/officeart/2005/8/layout/hierarchy1"/>
    <dgm:cxn modelId="{79CA9658-712A-478B-9F26-718E9849EB65}" type="presParOf" srcId="{71A32963-EE7D-4D67-BEA2-BABC4D94507A}" destId="{8738CDD0-083C-4834-9CA6-1B98A5CBFD59}" srcOrd="2" destOrd="0" presId="urn:microsoft.com/office/officeart/2005/8/layout/hierarchy1"/>
    <dgm:cxn modelId="{3B8CB89E-692D-499A-B42B-8D9A640E202F}" type="presParOf" srcId="{8738CDD0-083C-4834-9CA6-1B98A5CBFD59}" destId="{9336BBB8-D575-46B6-A1B6-AA2499C2DD3A}" srcOrd="0" destOrd="0" presId="urn:microsoft.com/office/officeart/2005/8/layout/hierarchy1"/>
    <dgm:cxn modelId="{E4CEEB77-59ED-4383-B9D9-ECB60FB02C2F}" type="presParOf" srcId="{9336BBB8-D575-46B6-A1B6-AA2499C2DD3A}" destId="{2243E318-68BB-4EF5-8C45-EE462DBAD620}" srcOrd="0" destOrd="0" presId="urn:microsoft.com/office/officeart/2005/8/layout/hierarchy1"/>
    <dgm:cxn modelId="{C0170DE7-17A3-4E63-AFD4-B06423B64AC4}" type="presParOf" srcId="{9336BBB8-D575-46B6-A1B6-AA2499C2DD3A}" destId="{F8C697F9-AB3A-4A46-BAB3-8DDD4A3D3EC3}" srcOrd="1" destOrd="0" presId="urn:microsoft.com/office/officeart/2005/8/layout/hierarchy1"/>
    <dgm:cxn modelId="{6DDEA089-6A2A-4FF9-8FB9-726CF6346CC4}" type="presParOf" srcId="{8738CDD0-083C-4834-9CA6-1B98A5CBFD59}" destId="{EE79774B-5FBB-4AF0-AF7F-100BA74261A2}" srcOrd="1" destOrd="0" presId="urn:microsoft.com/office/officeart/2005/8/layout/hierarchy1"/>
    <dgm:cxn modelId="{1F0D8F24-48A9-480D-9FF2-8461BCAB9BCE}" type="presParOf" srcId="{71A32963-EE7D-4D67-BEA2-BABC4D94507A}" destId="{F7D5D713-1094-4543-BC7D-893E4355413F}" srcOrd="3" destOrd="0" presId="urn:microsoft.com/office/officeart/2005/8/layout/hierarchy1"/>
    <dgm:cxn modelId="{CBCF1A20-5AC3-4B76-9ED0-DCBEE8C692E7}" type="presParOf" srcId="{F7D5D713-1094-4543-BC7D-893E4355413F}" destId="{B13DECD0-1E0F-4451-BDD3-EEC6BF705740}" srcOrd="0" destOrd="0" presId="urn:microsoft.com/office/officeart/2005/8/layout/hierarchy1"/>
    <dgm:cxn modelId="{41B61372-E8F8-4FF8-9536-28A0EA0118BD}" type="presParOf" srcId="{B13DECD0-1E0F-4451-BDD3-EEC6BF705740}" destId="{E78318DA-4E31-4624-98F7-424B0B928A5A}" srcOrd="0" destOrd="0" presId="urn:microsoft.com/office/officeart/2005/8/layout/hierarchy1"/>
    <dgm:cxn modelId="{454F7A48-7861-4B9C-8FFE-17E1B4B830A7}" type="presParOf" srcId="{B13DECD0-1E0F-4451-BDD3-EEC6BF705740}" destId="{7BB43AF6-46FE-4437-8187-7E1B75745FDA}" srcOrd="1" destOrd="0" presId="urn:microsoft.com/office/officeart/2005/8/layout/hierarchy1"/>
    <dgm:cxn modelId="{0BAB3485-C6E1-4117-826F-2A242BF2603C}" type="presParOf" srcId="{F7D5D713-1094-4543-BC7D-893E4355413F}" destId="{28BB8007-A7C6-48B8-BF01-E824B53A41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255921B-BA17-41D1-9815-026546DBC31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FE5B592-CF52-4FCB-B5A3-1D51AC64FCD4}">
      <dgm:prSet/>
      <dgm:spPr/>
      <dgm:t>
        <a:bodyPr/>
        <a:lstStyle/>
        <a:p>
          <a:pPr>
            <a:defRPr cap="all"/>
          </a:pPr>
          <a:r>
            <a:rPr lang="en-US"/>
            <a:t>Frontend: React Native, Expo Router, TypeScript</a:t>
          </a:r>
        </a:p>
      </dgm:t>
    </dgm:pt>
    <dgm:pt modelId="{58E0927D-6017-4C76-BFA7-31B9DE824088}" type="parTrans" cxnId="{FDD83356-253A-425E-BD38-1BDFAC13B9C3}">
      <dgm:prSet/>
      <dgm:spPr/>
      <dgm:t>
        <a:bodyPr/>
        <a:lstStyle/>
        <a:p>
          <a:endParaRPr lang="en-US"/>
        </a:p>
      </dgm:t>
    </dgm:pt>
    <dgm:pt modelId="{28BEAE4F-F0EC-4F52-AE6C-FDCEAD84848A}" type="sibTrans" cxnId="{FDD83356-253A-425E-BD38-1BDFAC13B9C3}">
      <dgm:prSet/>
      <dgm:spPr/>
      <dgm:t>
        <a:bodyPr/>
        <a:lstStyle/>
        <a:p>
          <a:endParaRPr lang="en-US"/>
        </a:p>
      </dgm:t>
    </dgm:pt>
    <dgm:pt modelId="{428C4EA1-BF90-49B0-B6AF-D256A076DA69}">
      <dgm:prSet/>
      <dgm:spPr/>
      <dgm:t>
        <a:bodyPr/>
        <a:lstStyle/>
        <a:p>
          <a:pPr>
            <a:defRPr cap="all"/>
          </a:pPr>
          <a:r>
            <a:rPr lang="en-US"/>
            <a:t>Backend: Python, Flask</a:t>
          </a:r>
        </a:p>
      </dgm:t>
    </dgm:pt>
    <dgm:pt modelId="{7CDF8CD3-248B-46C8-BB65-EDBED52C13CD}" type="parTrans" cxnId="{51316A29-849C-42E2-853B-5EA094849DF2}">
      <dgm:prSet/>
      <dgm:spPr/>
      <dgm:t>
        <a:bodyPr/>
        <a:lstStyle/>
        <a:p>
          <a:endParaRPr lang="en-US"/>
        </a:p>
      </dgm:t>
    </dgm:pt>
    <dgm:pt modelId="{085F5027-E8A8-4511-AD1D-FA2AF43C7A7B}" type="sibTrans" cxnId="{51316A29-849C-42E2-853B-5EA094849DF2}">
      <dgm:prSet/>
      <dgm:spPr/>
      <dgm:t>
        <a:bodyPr/>
        <a:lstStyle/>
        <a:p>
          <a:endParaRPr lang="en-US"/>
        </a:p>
      </dgm:t>
    </dgm:pt>
    <dgm:pt modelId="{CA985B8F-4DFE-484F-8F99-D2C8E4491689}">
      <dgm:prSet/>
      <dgm:spPr/>
      <dgm:t>
        <a:bodyPr/>
        <a:lstStyle/>
        <a:p>
          <a:pPr>
            <a:defRPr cap="all"/>
          </a:pPr>
          <a:r>
            <a:rPr lang="en-US"/>
            <a:t>AI: YOLOv8, OpenCV</a:t>
          </a:r>
        </a:p>
      </dgm:t>
    </dgm:pt>
    <dgm:pt modelId="{A6571BE7-0E18-40AD-92D0-7CF2D4A47CBF}" type="parTrans" cxnId="{BF6BE19B-0E06-4966-91DC-2CD7BE30E5DB}">
      <dgm:prSet/>
      <dgm:spPr/>
      <dgm:t>
        <a:bodyPr/>
        <a:lstStyle/>
        <a:p>
          <a:endParaRPr lang="en-US"/>
        </a:p>
      </dgm:t>
    </dgm:pt>
    <dgm:pt modelId="{A741D008-3C3D-48C4-816B-A7DF29FFDB1B}" type="sibTrans" cxnId="{BF6BE19B-0E06-4966-91DC-2CD7BE30E5DB}">
      <dgm:prSet/>
      <dgm:spPr/>
      <dgm:t>
        <a:bodyPr/>
        <a:lstStyle/>
        <a:p>
          <a:endParaRPr lang="en-US"/>
        </a:p>
      </dgm:t>
    </dgm:pt>
    <dgm:pt modelId="{4539A13A-A6D0-4D7B-81E6-0B7DF19B4E35}">
      <dgm:prSet/>
      <dgm:spPr/>
      <dgm:t>
        <a:bodyPr/>
        <a:lstStyle/>
        <a:p>
          <a:pPr>
            <a:defRPr cap="all"/>
          </a:pPr>
          <a:r>
            <a:rPr lang="en-US"/>
            <a:t>Cloud: Firebase Firestore, Firebase Auth</a:t>
          </a:r>
        </a:p>
      </dgm:t>
    </dgm:pt>
    <dgm:pt modelId="{EC8D9C01-FCC9-49FA-93A2-F7DBDEE032A4}" type="parTrans" cxnId="{3FF095C0-0BA3-49DB-96D8-D452533F01BF}">
      <dgm:prSet/>
      <dgm:spPr/>
      <dgm:t>
        <a:bodyPr/>
        <a:lstStyle/>
        <a:p>
          <a:endParaRPr lang="en-US"/>
        </a:p>
      </dgm:t>
    </dgm:pt>
    <dgm:pt modelId="{12A4DE13-5103-4F14-88CD-A16CFF991962}" type="sibTrans" cxnId="{3FF095C0-0BA3-49DB-96D8-D452533F01BF}">
      <dgm:prSet/>
      <dgm:spPr/>
      <dgm:t>
        <a:bodyPr/>
        <a:lstStyle/>
        <a:p>
          <a:endParaRPr lang="en-US"/>
        </a:p>
      </dgm:t>
    </dgm:pt>
    <dgm:pt modelId="{A45E3501-97B9-4CE6-89B3-FFEA847043D2}" type="pres">
      <dgm:prSet presAssocID="{A255921B-BA17-41D1-9815-026546DBC310}" presName="root" presStyleCnt="0">
        <dgm:presLayoutVars>
          <dgm:dir/>
          <dgm:resizeHandles val="exact"/>
        </dgm:presLayoutVars>
      </dgm:prSet>
      <dgm:spPr/>
    </dgm:pt>
    <dgm:pt modelId="{EF07458C-908E-452B-8989-C45739A16C64}" type="pres">
      <dgm:prSet presAssocID="{DFE5B592-CF52-4FCB-B5A3-1D51AC64FCD4}" presName="compNode" presStyleCnt="0"/>
      <dgm:spPr/>
    </dgm:pt>
    <dgm:pt modelId="{056E0C0D-25D0-47D0-9C16-734B4FE549F7}" type="pres">
      <dgm:prSet presAssocID="{DFE5B592-CF52-4FCB-B5A3-1D51AC64FCD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5AD83E3-CD7D-4AF0-8465-A236F2746E73}" type="pres">
      <dgm:prSet presAssocID="{DFE5B592-CF52-4FCB-B5A3-1D51AC64FC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061E991-A077-48F8-AE78-FA6B89F9C112}" type="pres">
      <dgm:prSet presAssocID="{DFE5B592-CF52-4FCB-B5A3-1D51AC64FCD4}" presName="spaceRect" presStyleCnt="0"/>
      <dgm:spPr/>
    </dgm:pt>
    <dgm:pt modelId="{76478A8A-0AEC-439C-8DD3-F6275C24AC3D}" type="pres">
      <dgm:prSet presAssocID="{DFE5B592-CF52-4FCB-B5A3-1D51AC64FCD4}" presName="textRect" presStyleLbl="revTx" presStyleIdx="0" presStyleCnt="4">
        <dgm:presLayoutVars>
          <dgm:chMax val="1"/>
          <dgm:chPref val="1"/>
        </dgm:presLayoutVars>
      </dgm:prSet>
      <dgm:spPr/>
    </dgm:pt>
    <dgm:pt modelId="{0F87F820-A12B-4DD9-A0D1-6E0549D1F340}" type="pres">
      <dgm:prSet presAssocID="{28BEAE4F-F0EC-4F52-AE6C-FDCEAD84848A}" presName="sibTrans" presStyleCnt="0"/>
      <dgm:spPr/>
    </dgm:pt>
    <dgm:pt modelId="{9B8E21B7-E069-4246-92D6-260FCFA4C517}" type="pres">
      <dgm:prSet presAssocID="{428C4EA1-BF90-49B0-B6AF-D256A076DA69}" presName="compNode" presStyleCnt="0"/>
      <dgm:spPr/>
    </dgm:pt>
    <dgm:pt modelId="{1EFBD82F-86C1-4D68-90F8-43F57C68F12A}" type="pres">
      <dgm:prSet presAssocID="{428C4EA1-BF90-49B0-B6AF-D256A076DA6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A2B09D3-9D5B-4C2D-BD1E-F18ADA533CF2}" type="pres">
      <dgm:prSet presAssocID="{428C4EA1-BF90-49B0-B6AF-D256A076DA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92F9146-F511-4726-A716-E69D385F29BF}" type="pres">
      <dgm:prSet presAssocID="{428C4EA1-BF90-49B0-B6AF-D256A076DA69}" presName="spaceRect" presStyleCnt="0"/>
      <dgm:spPr/>
    </dgm:pt>
    <dgm:pt modelId="{9BA44D20-6270-4DE2-BB49-A6EAC9DB0FF7}" type="pres">
      <dgm:prSet presAssocID="{428C4EA1-BF90-49B0-B6AF-D256A076DA69}" presName="textRect" presStyleLbl="revTx" presStyleIdx="1" presStyleCnt="4">
        <dgm:presLayoutVars>
          <dgm:chMax val="1"/>
          <dgm:chPref val="1"/>
        </dgm:presLayoutVars>
      </dgm:prSet>
      <dgm:spPr/>
    </dgm:pt>
    <dgm:pt modelId="{76862039-0981-4FDE-8614-69810A423C9A}" type="pres">
      <dgm:prSet presAssocID="{085F5027-E8A8-4511-AD1D-FA2AF43C7A7B}" presName="sibTrans" presStyleCnt="0"/>
      <dgm:spPr/>
    </dgm:pt>
    <dgm:pt modelId="{51680B51-D885-4A36-A2CC-201539BD1D08}" type="pres">
      <dgm:prSet presAssocID="{CA985B8F-4DFE-484F-8F99-D2C8E4491689}" presName="compNode" presStyleCnt="0"/>
      <dgm:spPr/>
    </dgm:pt>
    <dgm:pt modelId="{02FB5039-A01D-41D7-826A-25E5E6A256EB}" type="pres">
      <dgm:prSet presAssocID="{CA985B8F-4DFE-484F-8F99-D2C8E449168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C8A236E-93A2-4AAC-833A-3512C3FB70DC}" type="pres">
      <dgm:prSet presAssocID="{CA985B8F-4DFE-484F-8F99-D2C8E44916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621703C-765D-4040-A764-94D55249EF45}" type="pres">
      <dgm:prSet presAssocID="{CA985B8F-4DFE-484F-8F99-D2C8E4491689}" presName="spaceRect" presStyleCnt="0"/>
      <dgm:spPr/>
    </dgm:pt>
    <dgm:pt modelId="{2B352702-B523-477E-B3C6-55A854640AE1}" type="pres">
      <dgm:prSet presAssocID="{CA985B8F-4DFE-484F-8F99-D2C8E4491689}" presName="textRect" presStyleLbl="revTx" presStyleIdx="2" presStyleCnt="4">
        <dgm:presLayoutVars>
          <dgm:chMax val="1"/>
          <dgm:chPref val="1"/>
        </dgm:presLayoutVars>
      </dgm:prSet>
      <dgm:spPr/>
    </dgm:pt>
    <dgm:pt modelId="{4B2DCD4E-D629-49FC-BB70-E7B4CBFDC45E}" type="pres">
      <dgm:prSet presAssocID="{A741D008-3C3D-48C4-816B-A7DF29FFDB1B}" presName="sibTrans" presStyleCnt="0"/>
      <dgm:spPr/>
    </dgm:pt>
    <dgm:pt modelId="{29448DAB-6890-414A-8AF8-D42B78500301}" type="pres">
      <dgm:prSet presAssocID="{4539A13A-A6D0-4D7B-81E6-0B7DF19B4E35}" presName="compNode" presStyleCnt="0"/>
      <dgm:spPr/>
    </dgm:pt>
    <dgm:pt modelId="{5032C447-1C29-45E3-A10C-0885760165BF}" type="pres">
      <dgm:prSet presAssocID="{4539A13A-A6D0-4D7B-81E6-0B7DF19B4E35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9C09776-0841-459C-BE62-7EA690E14A86}" type="pres">
      <dgm:prSet presAssocID="{4539A13A-A6D0-4D7B-81E6-0B7DF19B4E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4437FCF-0EAB-4D5A-8074-E1429D8B1908}" type="pres">
      <dgm:prSet presAssocID="{4539A13A-A6D0-4D7B-81E6-0B7DF19B4E35}" presName="spaceRect" presStyleCnt="0"/>
      <dgm:spPr/>
    </dgm:pt>
    <dgm:pt modelId="{B0DB28A1-3836-4909-9BD3-0E1AEEA11548}" type="pres">
      <dgm:prSet presAssocID="{4539A13A-A6D0-4D7B-81E6-0B7DF19B4E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5ADB1E-E762-42DC-AE6B-7727C5E12A9F}" type="presOf" srcId="{DFE5B592-CF52-4FCB-B5A3-1D51AC64FCD4}" destId="{76478A8A-0AEC-439C-8DD3-F6275C24AC3D}" srcOrd="0" destOrd="0" presId="urn:microsoft.com/office/officeart/2018/5/layout/IconLeafLabelList"/>
    <dgm:cxn modelId="{51316A29-849C-42E2-853B-5EA094849DF2}" srcId="{A255921B-BA17-41D1-9815-026546DBC310}" destId="{428C4EA1-BF90-49B0-B6AF-D256A076DA69}" srcOrd="1" destOrd="0" parTransId="{7CDF8CD3-248B-46C8-BB65-EDBED52C13CD}" sibTransId="{085F5027-E8A8-4511-AD1D-FA2AF43C7A7B}"/>
    <dgm:cxn modelId="{FDD83356-253A-425E-BD38-1BDFAC13B9C3}" srcId="{A255921B-BA17-41D1-9815-026546DBC310}" destId="{DFE5B592-CF52-4FCB-B5A3-1D51AC64FCD4}" srcOrd="0" destOrd="0" parTransId="{58E0927D-6017-4C76-BFA7-31B9DE824088}" sibTransId="{28BEAE4F-F0EC-4F52-AE6C-FDCEAD84848A}"/>
    <dgm:cxn modelId="{93083C82-326B-4488-A900-1CAF52422C5E}" type="presOf" srcId="{4539A13A-A6D0-4D7B-81E6-0B7DF19B4E35}" destId="{B0DB28A1-3836-4909-9BD3-0E1AEEA11548}" srcOrd="0" destOrd="0" presId="urn:microsoft.com/office/officeart/2018/5/layout/IconLeafLabelList"/>
    <dgm:cxn modelId="{BF6BE19B-0E06-4966-91DC-2CD7BE30E5DB}" srcId="{A255921B-BA17-41D1-9815-026546DBC310}" destId="{CA985B8F-4DFE-484F-8F99-D2C8E4491689}" srcOrd="2" destOrd="0" parTransId="{A6571BE7-0E18-40AD-92D0-7CF2D4A47CBF}" sibTransId="{A741D008-3C3D-48C4-816B-A7DF29FFDB1B}"/>
    <dgm:cxn modelId="{510155AE-CFE8-451F-A5C1-987862D4CF4E}" type="presOf" srcId="{428C4EA1-BF90-49B0-B6AF-D256A076DA69}" destId="{9BA44D20-6270-4DE2-BB49-A6EAC9DB0FF7}" srcOrd="0" destOrd="0" presId="urn:microsoft.com/office/officeart/2018/5/layout/IconLeafLabelList"/>
    <dgm:cxn modelId="{9F1868B3-6E83-4E94-987A-CADC3E24C1E5}" type="presOf" srcId="{A255921B-BA17-41D1-9815-026546DBC310}" destId="{A45E3501-97B9-4CE6-89B3-FFEA847043D2}" srcOrd="0" destOrd="0" presId="urn:microsoft.com/office/officeart/2018/5/layout/IconLeafLabelList"/>
    <dgm:cxn modelId="{3FF095C0-0BA3-49DB-96D8-D452533F01BF}" srcId="{A255921B-BA17-41D1-9815-026546DBC310}" destId="{4539A13A-A6D0-4D7B-81E6-0B7DF19B4E35}" srcOrd="3" destOrd="0" parTransId="{EC8D9C01-FCC9-49FA-93A2-F7DBDEE032A4}" sibTransId="{12A4DE13-5103-4F14-88CD-A16CFF991962}"/>
    <dgm:cxn modelId="{2EA212F0-F33B-4394-BA70-6C2EA54D2381}" type="presOf" srcId="{CA985B8F-4DFE-484F-8F99-D2C8E4491689}" destId="{2B352702-B523-477E-B3C6-55A854640AE1}" srcOrd="0" destOrd="0" presId="urn:microsoft.com/office/officeart/2018/5/layout/IconLeafLabelList"/>
    <dgm:cxn modelId="{C29447BD-D921-4224-B93F-C0F01CF254D7}" type="presParOf" srcId="{A45E3501-97B9-4CE6-89B3-FFEA847043D2}" destId="{EF07458C-908E-452B-8989-C45739A16C64}" srcOrd="0" destOrd="0" presId="urn:microsoft.com/office/officeart/2018/5/layout/IconLeafLabelList"/>
    <dgm:cxn modelId="{3966A3BA-C561-4A51-B57B-9AE6D5721397}" type="presParOf" srcId="{EF07458C-908E-452B-8989-C45739A16C64}" destId="{056E0C0D-25D0-47D0-9C16-734B4FE549F7}" srcOrd="0" destOrd="0" presId="urn:microsoft.com/office/officeart/2018/5/layout/IconLeafLabelList"/>
    <dgm:cxn modelId="{34DA0BF0-83F4-43C1-81F6-C1D04122F209}" type="presParOf" srcId="{EF07458C-908E-452B-8989-C45739A16C64}" destId="{D5AD83E3-CD7D-4AF0-8465-A236F2746E73}" srcOrd="1" destOrd="0" presId="urn:microsoft.com/office/officeart/2018/5/layout/IconLeafLabelList"/>
    <dgm:cxn modelId="{CA4E7219-39C3-4497-B100-226D51D699AB}" type="presParOf" srcId="{EF07458C-908E-452B-8989-C45739A16C64}" destId="{1061E991-A077-48F8-AE78-FA6B89F9C112}" srcOrd="2" destOrd="0" presId="urn:microsoft.com/office/officeart/2018/5/layout/IconLeafLabelList"/>
    <dgm:cxn modelId="{2AC70141-09E7-45D7-AC9D-12DE7E899E88}" type="presParOf" srcId="{EF07458C-908E-452B-8989-C45739A16C64}" destId="{76478A8A-0AEC-439C-8DD3-F6275C24AC3D}" srcOrd="3" destOrd="0" presId="urn:microsoft.com/office/officeart/2018/5/layout/IconLeafLabelList"/>
    <dgm:cxn modelId="{B8E2DE8C-42BA-4204-89E1-ED487C49B4A4}" type="presParOf" srcId="{A45E3501-97B9-4CE6-89B3-FFEA847043D2}" destId="{0F87F820-A12B-4DD9-A0D1-6E0549D1F340}" srcOrd="1" destOrd="0" presId="urn:microsoft.com/office/officeart/2018/5/layout/IconLeafLabelList"/>
    <dgm:cxn modelId="{8C4B260F-3D4B-4A92-B940-9F9F3626E1AF}" type="presParOf" srcId="{A45E3501-97B9-4CE6-89B3-FFEA847043D2}" destId="{9B8E21B7-E069-4246-92D6-260FCFA4C517}" srcOrd="2" destOrd="0" presId="urn:microsoft.com/office/officeart/2018/5/layout/IconLeafLabelList"/>
    <dgm:cxn modelId="{1141200A-D7D9-4F4A-BC03-F7A0C542A6EB}" type="presParOf" srcId="{9B8E21B7-E069-4246-92D6-260FCFA4C517}" destId="{1EFBD82F-86C1-4D68-90F8-43F57C68F12A}" srcOrd="0" destOrd="0" presId="urn:microsoft.com/office/officeart/2018/5/layout/IconLeafLabelList"/>
    <dgm:cxn modelId="{DF968BF9-2BE5-4095-8CA0-79A358189801}" type="presParOf" srcId="{9B8E21B7-E069-4246-92D6-260FCFA4C517}" destId="{8A2B09D3-9D5B-4C2D-BD1E-F18ADA533CF2}" srcOrd="1" destOrd="0" presId="urn:microsoft.com/office/officeart/2018/5/layout/IconLeafLabelList"/>
    <dgm:cxn modelId="{B75A4CF8-AD92-4765-B904-36E0EC4C48AA}" type="presParOf" srcId="{9B8E21B7-E069-4246-92D6-260FCFA4C517}" destId="{792F9146-F511-4726-A716-E69D385F29BF}" srcOrd="2" destOrd="0" presId="urn:microsoft.com/office/officeart/2018/5/layout/IconLeafLabelList"/>
    <dgm:cxn modelId="{5A9FAE55-8B8B-42CA-AB4D-D74322B32BB4}" type="presParOf" srcId="{9B8E21B7-E069-4246-92D6-260FCFA4C517}" destId="{9BA44D20-6270-4DE2-BB49-A6EAC9DB0FF7}" srcOrd="3" destOrd="0" presId="urn:microsoft.com/office/officeart/2018/5/layout/IconLeafLabelList"/>
    <dgm:cxn modelId="{95BBC35B-A8CC-448F-8A6D-6BE718AF3B05}" type="presParOf" srcId="{A45E3501-97B9-4CE6-89B3-FFEA847043D2}" destId="{76862039-0981-4FDE-8614-69810A423C9A}" srcOrd="3" destOrd="0" presId="urn:microsoft.com/office/officeart/2018/5/layout/IconLeafLabelList"/>
    <dgm:cxn modelId="{A1E170D5-9374-438F-BE58-15739D227F15}" type="presParOf" srcId="{A45E3501-97B9-4CE6-89B3-FFEA847043D2}" destId="{51680B51-D885-4A36-A2CC-201539BD1D08}" srcOrd="4" destOrd="0" presId="urn:microsoft.com/office/officeart/2018/5/layout/IconLeafLabelList"/>
    <dgm:cxn modelId="{7C4806AC-9F36-40E5-A0F1-65A44E664D51}" type="presParOf" srcId="{51680B51-D885-4A36-A2CC-201539BD1D08}" destId="{02FB5039-A01D-41D7-826A-25E5E6A256EB}" srcOrd="0" destOrd="0" presId="urn:microsoft.com/office/officeart/2018/5/layout/IconLeafLabelList"/>
    <dgm:cxn modelId="{C8D926EC-5893-46C8-BC71-0441DF6590DB}" type="presParOf" srcId="{51680B51-D885-4A36-A2CC-201539BD1D08}" destId="{BC8A236E-93A2-4AAC-833A-3512C3FB70DC}" srcOrd="1" destOrd="0" presId="urn:microsoft.com/office/officeart/2018/5/layout/IconLeafLabelList"/>
    <dgm:cxn modelId="{4184876F-EE16-48B0-A3C5-F79BC949CE3D}" type="presParOf" srcId="{51680B51-D885-4A36-A2CC-201539BD1D08}" destId="{D621703C-765D-4040-A764-94D55249EF45}" srcOrd="2" destOrd="0" presId="urn:microsoft.com/office/officeart/2018/5/layout/IconLeafLabelList"/>
    <dgm:cxn modelId="{11FE87D0-4AE7-44CB-BE8B-28D903BE8F15}" type="presParOf" srcId="{51680B51-D885-4A36-A2CC-201539BD1D08}" destId="{2B352702-B523-477E-B3C6-55A854640AE1}" srcOrd="3" destOrd="0" presId="urn:microsoft.com/office/officeart/2018/5/layout/IconLeafLabelList"/>
    <dgm:cxn modelId="{72D5DBF5-D12E-461A-8811-95C64468C978}" type="presParOf" srcId="{A45E3501-97B9-4CE6-89B3-FFEA847043D2}" destId="{4B2DCD4E-D629-49FC-BB70-E7B4CBFDC45E}" srcOrd="5" destOrd="0" presId="urn:microsoft.com/office/officeart/2018/5/layout/IconLeafLabelList"/>
    <dgm:cxn modelId="{D7FF3D90-BCB0-48CF-8417-18552CAE9E11}" type="presParOf" srcId="{A45E3501-97B9-4CE6-89B3-FFEA847043D2}" destId="{29448DAB-6890-414A-8AF8-D42B78500301}" srcOrd="6" destOrd="0" presId="urn:microsoft.com/office/officeart/2018/5/layout/IconLeafLabelList"/>
    <dgm:cxn modelId="{5D315A5A-3D2E-4AB4-8FE9-0ECE32AA37F2}" type="presParOf" srcId="{29448DAB-6890-414A-8AF8-D42B78500301}" destId="{5032C447-1C29-45E3-A10C-0885760165BF}" srcOrd="0" destOrd="0" presId="urn:microsoft.com/office/officeart/2018/5/layout/IconLeafLabelList"/>
    <dgm:cxn modelId="{AE426253-5238-44C5-B778-099968A7DA70}" type="presParOf" srcId="{29448DAB-6890-414A-8AF8-D42B78500301}" destId="{19C09776-0841-459C-BE62-7EA690E14A86}" srcOrd="1" destOrd="0" presId="urn:microsoft.com/office/officeart/2018/5/layout/IconLeafLabelList"/>
    <dgm:cxn modelId="{A4E9D7B4-CFC8-4635-A8C3-01291BD59636}" type="presParOf" srcId="{29448DAB-6890-414A-8AF8-D42B78500301}" destId="{34437FCF-0EAB-4D5A-8074-E1429D8B1908}" srcOrd="2" destOrd="0" presId="urn:microsoft.com/office/officeart/2018/5/layout/IconLeafLabelList"/>
    <dgm:cxn modelId="{BE9AB394-E162-4387-BE2D-D031813EA789}" type="presParOf" srcId="{29448DAB-6890-414A-8AF8-D42B78500301}" destId="{B0DB28A1-3836-4909-9BD3-0E1AEEA1154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5D889A0-9A64-4950-98CB-E080FFB1806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284BAE-8672-4743-9989-3CDAFE0BC247}">
      <dgm:prSet/>
      <dgm:spPr/>
      <dgm:t>
        <a:bodyPr/>
        <a:lstStyle/>
        <a:p>
          <a:r>
            <a:rPr lang="en-US"/>
            <a:t>Jackson Parrack – Frontend</a:t>
          </a:r>
        </a:p>
      </dgm:t>
    </dgm:pt>
    <dgm:pt modelId="{DFE92536-C9DB-46A6-ADA3-B15D7D711F74}" type="parTrans" cxnId="{2E104C19-234B-4594-8457-90F1D55FF75B}">
      <dgm:prSet/>
      <dgm:spPr/>
      <dgm:t>
        <a:bodyPr/>
        <a:lstStyle/>
        <a:p>
          <a:endParaRPr lang="en-US"/>
        </a:p>
      </dgm:t>
    </dgm:pt>
    <dgm:pt modelId="{D4288A58-14CA-4CD9-BAA3-202A08E2B505}" type="sibTrans" cxnId="{2E104C19-234B-4594-8457-90F1D55FF75B}">
      <dgm:prSet/>
      <dgm:spPr/>
      <dgm:t>
        <a:bodyPr/>
        <a:lstStyle/>
        <a:p>
          <a:endParaRPr lang="en-US"/>
        </a:p>
      </dgm:t>
    </dgm:pt>
    <dgm:pt modelId="{2CB51841-D550-4EE7-A557-9B1F4E19F3B8}">
      <dgm:prSet/>
      <dgm:spPr/>
      <dgm:t>
        <a:bodyPr/>
        <a:lstStyle/>
        <a:p>
          <a:r>
            <a:rPr lang="en-US"/>
            <a:t>Henry Wang - Backend</a:t>
          </a:r>
        </a:p>
      </dgm:t>
    </dgm:pt>
    <dgm:pt modelId="{A7F5FC36-AD73-4586-AB93-6E59984DA659}" type="parTrans" cxnId="{7A360B08-2C2B-4677-B55A-0760F0F2DEE2}">
      <dgm:prSet/>
      <dgm:spPr/>
      <dgm:t>
        <a:bodyPr/>
        <a:lstStyle/>
        <a:p>
          <a:endParaRPr lang="en-US"/>
        </a:p>
      </dgm:t>
    </dgm:pt>
    <dgm:pt modelId="{BF705F23-E286-4137-BC5F-C9C5732FA570}" type="sibTrans" cxnId="{7A360B08-2C2B-4677-B55A-0760F0F2DEE2}">
      <dgm:prSet/>
      <dgm:spPr/>
      <dgm:t>
        <a:bodyPr/>
        <a:lstStyle/>
        <a:p>
          <a:endParaRPr lang="en-US"/>
        </a:p>
      </dgm:t>
    </dgm:pt>
    <dgm:pt modelId="{0C7A34E9-68B4-4B93-B6C0-920BE5664161}">
      <dgm:prSet/>
      <dgm:spPr/>
      <dgm:t>
        <a:bodyPr/>
        <a:lstStyle/>
        <a:p>
          <a:r>
            <a:rPr lang="en-US"/>
            <a:t>Jimmy Macdonald – AI</a:t>
          </a:r>
        </a:p>
      </dgm:t>
    </dgm:pt>
    <dgm:pt modelId="{D7355B28-6333-4B02-BC3B-A5A9B4DA52AF}" type="parTrans" cxnId="{433E7E9E-02E4-4DE1-9D8A-365C98C58EE6}">
      <dgm:prSet/>
      <dgm:spPr/>
      <dgm:t>
        <a:bodyPr/>
        <a:lstStyle/>
        <a:p>
          <a:endParaRPr lang="en-US"/>
        </a:p>
      </dgm:t>
    </dgm:pt>
    <dgm:pt modelId="{0ABAAE7F-CEFA-499B-96D8-5F012A941E21}" type="sibTrans" cxnId="{433E7E9E-02E4-4DE1-9D8A-365C98C58EE6}">
      <dgm:prSet/>
      <dgm:spPr/>
      <dgm:t>
        <a:bodyPr/>
        <a:lstStyle/>
        <a:p>
          <a:endParaRPr lang="en-US"/>
        </a:p>
      </dgm:t>
    </dgm:pt>
    <dgm:pt modelId="{CCB24871-7229-4FE0-9878-77A1F4617AA7}">
      <dgm:prSet/>
      <dgm:spPr/>
      <dgm:t>
        <a:bodyPr/>
        <a:lstStyle/>
        <a:p>
          <a:r>
            <a:rPr lang="en-US"/>
            <a:t>Aleksandre Khvadagadze - Database</a:t>
          </a:r>
        </a:p>
      </dgm:t>
    </dgm:pt>
    <dgm:pt modelId="{704B871E-0E67-490E-B806-84E9D84E2222}" type="parTrans" cxnId="{A430D724-EE1E-4A1F-BC3F-D28D059E6DA6}">
      <dgm:prSet/>
      <dgm:spPr/>
      <dgm:t>
        <a:bodyPr/>
        <a:lstStyle/>
        <a:p>
          <a:endParaRPr lang="en-US"/>
        </a:p>
      </dgm:t>
    </dgm:pt>
    <dgm:pt modelId="{8F09BF9A-95E2-4E7B-8325-90624359FF59}" type="sibTrans" cxnId="{A430D724-EE1E-4A1F-BC3F-D28D059E6DA6}">
      <dgm:prSet/>
      <dgm:spPr/>
      <dgm:t>
        <a:bodyPr/>
        <a:lstStyle/>
        <a:p>
          <a:endParaRPr lang="en-US"/>
        </a:p>
      </dgm:t>
    </dgm:pt>
    <dgm:pt modelId="{AB21D492-0C11-485B-B5B9-29725B112C7A}" type="pres">
      <dgm:prSet presAssocID="{05D889A0-9A64-4950-98CB-E080FFB18063}" presName="matrix" presStyleCnt="0">
        <dgm:presLayoutVars>
          <dgm:chMax val="1"/>
          <dgm:dir/>
          <dgm:resizeHandles val="exact"/>
        </dgm:presLayoutVars>
      </dgm:prSet>
      <dgm:spPr/>
    </dgm:pt>
    <dgm:pt modelId="{8BC8F1A6-A15B-4AE5-B5F9-20A14A18F248}" type="pres">
      <dgm:prSet presAssocID="{05D889A0-9A64-4950-98CB-E080FFB18063}" presName="diamond" presStyleLbl="bgShp" presStyleIdx="0" presStyleCnt="1"/>
      <dgm:spPr/>
    </dgm:pt>
    <dgm:pt modelId="{08057771-1575-4F82-8528-9645D7582FAD}" type="pres">
      <dgm:prSet presAssocID="{05D889A0-9A64-4950-98CB-E080FFB1806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97F7A0E-3725-4909-995F-678C7DF6D6D0}" type="pres">
      <dgm:prSet presAssocID="{05D889A0-9A64-4950-98CB-E080FFB1806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41A380-BB0A-4887-A11E-934BFE647697}" type="pres">
      <dgm:prSet presAssocID="{05D889A0-9A64-4950-98CB-E080FFB1806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C93DD77-33FE-4521-8424-76C61F254C2D}" type="pres">
      <dgm:prSet presAssocID="{05D889A0-9A64-4950-98CB-E080FFB1806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C38E104-6786-42B1-B4A2-E0CE017A0626}" type="presOf" srcId="{CCB24871-7229-4FE0-9878-77A1F4617AA7}" destId="{EC93DD77-33FE-4521-8424-76C61F254C2D}" srcOrd="0" destOrd="0" presId="urn:microsoft.com/office/officeart/2005/8/layout/matrix3"/>
    <dgm:cxn modelId="{7A360B08-2C2B-4677-B55A-0760F0F2DEE2}" srcId="{05D889A0-9A64-4950-98CB-E080FFB18063}" destId="{2CB51841-D550-4EE7-A557-9B1F4E19F3B8}" srcOrd="1" destOrd="0" parTransId="{A7F5FC36-AD73-4586-AB93-6E59984DA659}" sibTransId="{BF705F23-E286-4137-BC5F-C9C5732FA570}"/>
    <dgm:cxn modelId="{2E104C19-234B-4594-8457-90F1D55FF75B}" srcId="{05D889A0-9A64-4950-98CB-E080FFB18063}" destId="{AD284BAE-8672-4743-9989-3CDAFE0BC247}" srcOrd="0" destOrd="0" parTransId="{DFE92536-C9DB-46A6-ADA3-B15D7D711F74}" sibTransId="{D4288A58-14CA-4CD9-BAA3-202A08E2B505}"/>
    <dgm:cxn modelId="{A430D724-EE1E-4A1F-BC3F-D28D059E6DA6}" srcId="{05D889A0-9A64-4950-98CB-E080FFB18063}" destId="{CCB24871-7229-4FE0-9878-77A1F4617AA7}" srcOrd="3" destOrd="0" parTransId="{704B871E-0E67-490E-B806-84E9D84E2222}" sibTransId="{8F09BF9A-95E2-4E7B-8325-90624359FF59}"/>
    <dgm:cxn modelId="{1CA04357-78B1-4B1A-A095-A2BAD12A27F0}" type="presOf" srcId="{2CB51841-D550-4EE7-A557-9B1F4E19F3B8}" destId="{697F7A0E-3725-4909-995F-678C7DF6D6D0}" srcOrd="0" destOrd="0" presId="urn:microsoft.com/office/officeart/2005/8/layout/matrix3"/>
    <dgm:cxn modelId="{433E7E9E-02E4-4DE1-9D8A-365C98C58EE6}" srcId="{05D889A0-9A64-4950-98CB-E080FFB18063}" destId="{0C7A34E9-68B4-4B93-B6C0-920BE5664161}" srcOrd="2" destOrd="0" parTransId="{D7355B28-6333-4B02-BC3B-A5A9B4DA52AF}" sibTransId="{0ABAAE7F-CEFA-499B-96D8-5F012A941E21}"/>
    <dgm:cxn modelId="{4223B2B4-53D2-4A97-BF4C-4A7E691C195C}" type="presOf" srcId="{0C7A34E9-68B4-4B93-B6C0-920BE5664161}" destId="{F341A380-BB0A-4887-A11E-934BFE647697}" srcOrd="0" destOrd="0" presId="urn:microsoft.com/office/officeart/2005/8/layout/matrix3"/>
    <dgm:cxn modelId="{AB354BD4-B17A-4690-A58E-5513D22EB124}" type="presOf" srcId="{05D889A0-9A64-4950-98CB-E080FFB18063}" destId="{AB21D492-0C11-485B-B5B9-29725B112C7A}" srcOrd="0" destOrd="0" presId="urn:microsoft.com/office/officeart/2005/8/layout/matrix3"/>
    <dgm:cxn modelId="{560EEFDC-A043-4EAC-98E5-94BDC4A31F74}" type="presOf" srcId="{AD284BAE-8672-4743-9989-3CDAFE0BC247}" destId="{08057771-1575-4F82-8528-9645D7582FAD}" srcOrd="0" destOrd="0" presId="urn:microsoft.com/office/officeart/2005/8/layout/matrix3"/>
    <dgm:cxn modelId="{2837AE05-E266-44F5-B4BC-0684078BA478}" type="presParOf" srcId="{AB21D492-0C11-485B-B5B9-29725B112C7A}" destId="{8BC8F1A6-A15B-4AE5-B5F9-20A14A18F248}" srcOrd="0" destOrd="0" presId="urn:microsoft.com/office/officeart/2005/8/layout/matrix3"/>
    <dgm:cxn modelId="{43251D86-AFA3-4349-97C0-D241A1558938}" type="presParOf" srcId="{AB21D492-0C11-485B-B5B9-29725B112C7A}" destId="{08057771-1575-4F82-8528-9645D7582FAD}" srcOrd="1" destOrd="0" presId="urn:microsoft.com/office/officeart/2005/8/layout/matrix3"/>
    <dgm:cxn modelId="{9CCC0E43-FA2C-48B6-A469-14D98D87E1F4}" type="presParOf" srcId="{AB21D492-0C11-485B-B5B9-29725B112C7A}" destId="{697F7A0E-3725-4909-995F-678C7DF6D6D0}" srcOrd="2" destOrd="0" presId="urn:microsoft.com/office/officeart/2005/8/layout/matrix3"/>
    <dgm:cxn modelId="{F61A19D6-5F12-4EDB-9D1B-EF9AFA6467B2}" type="presParOf" srcId="{AB21D492-0C11-485B-B5B9-29725B112C7A}" destId="{F341A380-BB0A-4887-A11E-934BFE647697}" srcOrd="3" destOrd="0" presId="urn:microsoft.com/office/officeart/2005/8/layout/matrix3"/>
    <dgm:cxn modelId="{C68D0D7D-A9C2-4CB8-BF4B-5E431877B357}" type="presParOf" srcId="{AB21D492-0C11-485B-B5B9-29725B112C7A}" destId="{EC93DD77-33FE-4521-8424-76C61F254C2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A3BA129-4334-4451-80C1-E818D0C024E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C93B25-0966-499B-A841-1A7135BA4B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road damage reporting delay</a:t>
          </a:r>
        </a:p>
      </dgm:t>
    </dgm:pt>
    <dgm:pt modelId="{DA1841FC-405A-408A-B49F-70644759ABAA}" type="parTrans" cxnId="{585E22E6-B38D-44AE-B854-ABDF9A33AF46}">
      <dgm:prSet/>
      <dgm:spPr/>
      <dgm:t>
        <a:bodyPr/>
        <a:lstStyle/>
        <a:p>
          <a:endParaRPr lang="en-US"/>
        </a:p>
      </dgm:t>
    </dgm:pt>
    <dgm:pt modelId="{FFA61D39-49EC-4ACB-AA15-7266F1677D00}" type="sibTrans" cxnId="{585E22E6-B38D-44AE-B854-ABDF9A33AF46}">
      <dgm:prSet/>
      <dgm:spPr/>
      <dgm:t>
        <a:bodyPr/>
        <a:lstStyle/>
        <a:p>
          <a:endParaRPr lang="en-US"/>
        </a:p>
      </dgm:t>
    </dgm:pt>
    <dgm:pt modelId="{F3EEEDF8-F886-4844-9519-FF547285A7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Enables crowdsourced hazard mapping</a:t>
          </a:r>
        </a:p>
      </dgm:t>
    </dgm:pt>
    <dgm:pt modelId="{B604D3E8-185B-45E8-B316-05F5725D3255}" type="parTrans" cxnId="{46F39F1B-EA80-457F-9CE0-081B1E4793B0}">
      <dgm:prSet/>
      <dgm:spPr/>
      <dgm:t>
        <a:bodyPr/>
        <a:lstStyle/>
        <a:p>
          <a:endParaRPr lang="en-US"/>
        </a:p>
      </dgm:t>
    </dgm:pt>
    <dgm:pt modelId="{9ABCC530-960D-4965-B31A-EF972880CC40}" type="sibTrans" cxnId="{46F39F1B-EA80-457F-9CE0-081B1E4793B0}">
      <dgm:prSet/>
      <dgm:spPr/>
      <dgm:t>
        <a:bodyPr/>
        <a:lstStyle/>
        <a:p>
          <a:endParaRPr lang="en-US"/>
        </a:p>
      </dgm:t>
    </dgm:pt>
    <dgm:pt modelId="{E2D42019-555D-4C0C-84F4-64B1D146C8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road safety</a:t>
          </a:r>
        </a:p>
      </dgm:t>
    </dgm:pt>
    <dgm:pt modelId="{465ED3FB-FF5A-40E9-AC58-CB8FAFB903EC}" type="parTrans" cxnId="{8E0FAEEC-16B0-4223-970E-4886BFACD4C0}">
      <dgm:prSet/>
      <dgm:spPr/>
      <dgm:t>
        <a:bodyPr/>
        <a:lstStyle/>
        <a:p>
          <a:endParaRPr lang="en-US"/>
        </a:p>
      </dgm:t>
    </dgm:pt>
    <dgm:pt modelId="{3B6D590E-CD36-4C63-8C6B-7B7B5306ABA7}" type="sibTrans" cxnId="{8E0FAEEC-16B0-4223-970E-4886BFACD4C0}">
      <dgm:prSet/>
      <dgm:spPr/>
      <dgm:t>
        <a:bodyPr/>
        <a:lstStyle/>
        <a:p>
          <a:endParaRPr lang="en-US"/>
        </a:p>
      </dgm:t>
    </dgm:pt>
    <dgm:pt modelId="{9359C545-4C96-4641-A870-51257644AA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cloud-first design</a:t>
          </a:r>
        </a:p>
      </dgm:t>
    </dgm:pt>
    <dgm:pt modelId="{E1448617-8627-41F7-9A61-DB6A54EB584D}" type="parTrans" cxnId="{EE3B29A6-1691-42CC-ABD4-CD6605BA3BF5}">
      <dgm:prSet/>
      <dgm:spPr/>
      <dgm:t>
        <a:bodyPr/>
        <a:lstStyle/>
        <a:p>
          <a:endParaRPr lang="en-US"/>
        </a:p>
      </dgm:t>
    </dgm:pt>
    <dgm:pt modelId="{9728E82C-79CA-4342-BFD9-9CFB0E936E9F}" type="sibTrans" cxnId="{EE3B29A6-1691-42CC-ABD4-CD6605BA3BF5}">
      <dgm:prSet/>
      <dgm:spPr/>
      <dgm:t>
        <a:bodyPr/>
        <a:lstStyle/>
        <a:p>
          <a:endParaRPr lang="en-US"/>
        </a:p>
      </dgm:t>
    </dgm:pt>
    <dgm:pt modelId="{D25A91BF-5E94-4C5F-98F7-17B22B2417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Real-world AI application</a:t>
          </a:r>
        </a:p>
      </dgm:t>
    </dgm:pt>
    <dgm:pt modelId="{8E4656B8-247E-4206-AF0B-F861088A233A}" type="parTrans" cxnId="{E04A414A-5F79-4868-8483-ED2C0FBCB8D4}">
      <dgm:prSet/>
      <dgm:spPr/>
      <dgm:t>
        <a:bodyPr/>
        <a:lstStyle/>
        <a:p>
          <a:endParaRPr lang="en-US"/>
        </a:p>
      </dgm:t>
    </dgm:pt>
    <dgm:pt modelId="{62E41710-E3C6-4226-85D7-6A811ABA95B2}" type="sibTrans" cxnId="{E04A414A-5F79-4868-8483-ED2C0FBCB8D4}">
      <dgm:prSet/>
      <dgm:spPr/>
      <dgm:t>
        <a:bodyPr/>
        <a:lstStyle/>
        <a:p>
          <a:endParaRPr lang="en-US"/>
        </a:p>
      </dgm:t>
    </dgm:pt>
    <dgm:pt modelId="{3F66839B-2604-48B9-93F0-0AEBAD67D51C}" type="pres">
      <dgm:prSet presAssocID="{1A3BA129-4334-4451-80C1-E818D0C024E0}" presName="root" presStyleCnt="0">
        <dgm:presLayoutVars>
          <dgm:dir/>
          <dgm:resizeHandles val="exact"/>
        </dgm:presLayoutVars>
      </dgm:prSet>
      <dgm:spPr/>
    </dgm:pt>
    <dgm:pt modelId="{82D0339C-9706-4136-8DE7-D517D5FAA5F7}" type="pres">
      <dgm:prSet presAssocID="{EFC93B25-0966-499B-A841-1A7135BA4B8B}" presName="compNode" presStyleCnt="0"/>
      <dgm:spPr/>
    </dgm:pt>
    <dgm:pt modelId="{ECA3594D-4E86-46CB-A175-23B81DFD231D}" type="pres">
      <dgm:prSet presAssocID="{EFC93B25-0966-499B-A841-1A7135BA4B8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634FACF-DEC4-4C11-A528-736489ABA93D}" type="pres">
      <dgm:prSet presAssocID="{EFC93B25-0966-499B-A841-1A7135BA4B8B}" presName="spaceRect" presStyleCnt="0"/>
      <dgm:spPr/>
    </dgm:pt>
    <dgm:pt modelId="{08F8DBF8-053B-4FD0-BA3A-71936AD340D5}" type="pres">
      <dgm:prSet presAssocID="{EFC93B25-0966-499B-A841-1A7135BA4B8B}" presName="textRect" presStyleLbl="revTx" presStyleIdx="0" presStyleCnt="5">
        <dgm:presLayoutVars>
          <dgm:chMax val="1"/>
          <dgm:chPref val="1"/>
        </dgm:presLayoutVars>
      </dgm:prSet>
      <dgm:spPr/>
    </dgm:pt>
    <dgm:pt modelId="{4E67EE1E-EBEB-4D2F-B596-1E14AF9A59EA}" type="pres">
      <dgm:prSet presAssocID="{FFA61D39-49EC-4ACB-AA15-7266F1677D00}" presName="sibTrans" presStyleCnt="0"/>
      <dgm:spPr/>
    </dgm:pt>
    <dgm:pt modelId="{119B7835-A049-4B55-A522-4EA5AD812F38}" type="pres">
      <dgm:prSet presAssocID="{F3EEEDF8-F886-4844-9519-FF547285A710}" presName="compNode" presStyleCnt="0"/>
      <dgm:spPr/>
    </dgm:pt>
    <dgm:pt modelId="{667750F3-C50D-4F06-82F3-B54B6DDC9640}" type="pres">
      <dgm:prSet presAssocID="{F3EEEDF8-F886-4844-9519-FF547285A71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49D1FB2-9CFC-4E51-BBDA-8CD39222F6EA}" type="pres">
      <dgm:prSet presAssocID="{F3EEEDF8-F886-4844-9519-FF547285A710}" presName="spaceRect" presStyleCnt="0"/>
      <dgm:spPr/>
    </dgm:pt>
    <dgm:pt modelId="{EF5D0B69-A507-4C56-9750-40DB83B7770E}" type="pres">
      <dgm:prSet presAssocID="{F3EEEDF8-F886-4844-9519-FF547285A710}" presName="textRect" presStyleLbl="revTx" presStyleIdx="1" presStyleCnt="5">
        <dgm:presLayoutVars>
          <dgm:chMax val="1"/>
          <dgm:chPref val="1"/>
        </dgm:presLayoutVars>
      </dgm:prSet>
      <dgm:spPr/>
    </dgm:pt>
    <dgm:pt modelId="{987F9CAF-1308-42EB-A34C-D9C6E0B6864E}" type="pres">
      <dgm:prSet presAssocID="{9ABCC530-960D-4965-B31A-EF972880CC40}" presName="sibTrans" presStyleCnt="0"/>
      <dgm:spPr/>
    </dgm:pt>
    <dgm:pt modelId="{8AFA0452-46D8-4571-8392-0AAEAA67C6A8}" type="pres">
      <dgm:prSet presAssocID="{E2D42019-555D-4C0C-84F4-64B1D146C8F0}" presName="compNode" presStyleCnt="0"/>
      <dgm:spPr/>
    </dgm:pt>
    <dgm:pt modelId="{EDD50235-A81B-43AD-8B8B-CBDA71A7E521}" type="pres">
      <dgm:prSet presAssocID="{E2D42019-555D-4C0C-84F4-64B1D146C8F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C1FEB485-A8BA-4096-8E4E-D979F0F28547}" type="pres">
      <dgm:prSet presAssocID="{E2D42019-555D-4C0C-84F4-64B1D146C8F0}" presName="spaceRect" presStyleCnt="0"/>
      <dgm:spPr/>
    </dgm:pt>
    <dgm:pt modelId="{23030C86-7A31-4B8B-BF2C-91AE86723287}" type="pres">
      <dgm:prSet presAssocID="{E2D42019-555D-4C0C-84F4-64B1D146C8F0}" presName="textRect" presStyleLbl="revTx" presStyleIdx="2" presStyleCnt="5">
        <dgm:presLayoutVars>
          <dgm:chMax val="1"/>
          <dgm:chPref val="1"/>
        </dgm:presLayoutVars>
      </dgm:prSet>
      <dgm:spPr/>
    </dgm:pt>
    <dgm:pt modelId="{AD898FCF-34CB-4AE0-9173-C2DC7872F660}" type="pres">
      <dgm:prSet presAssocID="{3B6D590E-CD36-4C63-8C6B-7B7B5306ABA7}" presName="sibTrans" presStyleCnt="0"/>
      <dgm:spPr/>
    </dgm:pt>
    <dgm:pt modelId="{B1E1AFE9-5CB7-4F43-908C-F88F91FB7DF3}" type="pres">
      <dgm:prSet presAssocID="{9359C545-4C96-4641-A870-51257644AA31}" presName="compNode" presStyleCnt="0"/>
      <dgm:spPr/>
    </dgm:pt>
    <dgm:pt modelId="{0D7E7226-3D38-4B91-858D-17EF879F425E}" type="pres">
      <dgm:prSet presAssocID="{9359C545-4C96-4641-A870-51257644AA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8B0A125-49B4-4E72-8DF3-EFA1A65A494D}" type="pres">
      <dgm:prSet presAssocID="{9359C545-4C96-4641-A870-51257644AA31}" presName="spaceRect" presStyleCnt="0"/>
      <dgm:spPr/>
    </dgm:pt>
    <dgm:pt modelId="{09C26AB1-530E-4F97-8898-AA6DC5B398CD}" type="pres">
      <dgm:prSet presAssocID="{9359C545-4C96-4641-A870-51257644AA31}" presName="textRect" presStyleLbl="revTx" presStyleIdx="3" presStyleCnt="5">
        <dgm:presLayoutVars>
          <dgm:chMax val="1"/>
          <dgm:chPref val="1"/>
        </dgm:presLayoutVars>
      </dgm:prSet>
      <dgm:spPr/>
    </dgm:pt>
    <dgm:pt modelId="{CB808FC4-D95D-46A6-8C6C-542BA4B0D9D4}" type="pres">
      <dgm:prSet presAssocID="{9728E82C-79CA-4342-BFD9-9CFB0E936E9F}" presName="sibTrans" presStyleCnt="0"/>
      <dgm:spPr/>
    </dgm:pt>
    <dgm:pt modelId="{38F903F3-5C21-4EC3-AECC-B1E6F88E9F84}" type="pres">
      <dgm:prSet presAssocID="{D25A91BF-5E94-4C5F-98F7-17B22B24178B}" presName="compNode" presStyleCnt="0"/>
      <dgm:spPr/>
    </dgm:pt>
    <dgm:pt modelId="{28DA7522-E890-4EAF-82FA-0CB2561208F3}" type="pres">
      <dgm:prSet presAssocID="{D25A91BF-5E94-4C5F-98F7-17B22B24178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E7BD8F-4CB6-4234-AADF-4339473CD59F}" type="pres">
      <dgm:prSet presAssocID="{D25A91BF-5E94-4C5F-98F7-17B22B24178B}" presName="spaceRect" presStyleCnt="0"/>
      <dgm:spPr/>
    </dgm:pt>
    <dgm:pt modelId="{ECFD4BE0-DFD2-44D3-9362-B911BB8D19AE}" type="pres">
      <dgm:prSet presAssocID="{D25A91BF-5E94-4C5F-98F7-17B22B24178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6F39F1B-EA80-457F-9CE0-081B1E4793B0}" srcId="{1A3BA129-4334-4451-80C1-E818D0C024E0}" destId="{F3EEEDF8-F886-4844-9519-FF547285A710}" srcOrd="1" destOrd="0" parTransId="{B604D3E8-185B-45E8-B316-05F5725D3255}" sibTransId="{9ABCC530-960D-4965-B31A-EF972880CC40}"/>
    <dgm:cxn modelId="{A5CD1C23-B63B-4A64-8085-15A0E0BCBC53}" type="presOf" srcId="{E2D42019-555D-4C0C-84F4-64B1D146C8F0}" destId="{23030C86-7A31-4B8B-BF2C-91AE86723287}" srcOrd="0" destOrd="0" presId="urn:microsoft.com/office/officeart/2018/2/layout/IconLabelList"/>
    <dgm:cxn modelId="{C2717B49-1F14-4EE4-8597-C6073124E329}" type="presOf" srcId="{9359C545-4C96-4641-A870-51257644AA31}" destId="{09C26AB1-530E-4F97-8898-AA6DC5B398CD}" srcOrd="0" destOrd="0" presId="urn:microsoft.com/office/officeart/2018/2/layout/IconLabelList"/>
    <dgm:cxn modelId="{E04A414A-5F79-4868-8483-ED2C0FBCB8D4}" srcId="{1A3BA129-4334-4451-80C1-E818D0C024E0}" destId="{D25A91BF-5E94-4C5F-98F7-17B22B24178B}" srcOrd="4" destOrd="0" parTransId="{8E4656B8-247E-4206-AF0B-F861088A233A}" sibTransId="{62E41710-E3C6-4226-85D7-6A811ABA95B2}"/>
    <dgm:cxn modelId="{59731F72-018D-4A26-A82B-FEFABC2BC9AD}" type="presOf" srcId="{F3EEEDF8-F886-4844-9519-FF547285A710}" destId="{EF5D0B69-A507-4C56-9750-40DB83B7770E}" srcOrd="0" destOrd="0" presId="urn:microsoft.com/office/officeart/2018/2/layout/IconLabelList"/>
    <dgm:cxn modelId="{C2C7DB94-63CE-488F-A9B2-21A640EF8049}" type="presOf" srcId="{D25A91BF-5E94-4C5F-98F7-17B22B24178B}" destId="{ECFD4BE0-DFD2-44D3-9362-B911BB8D19AE}" srcOrd="0" destOrd="0" presId="urn:microsoft.com/office/officeart/2018/2/layout/IconLabelList"/>
    <dgm:cxn modelId="{D53CF1A5-2AAA-4BC6-A6C8-1DB66180D697}" type="presOf" srcId="{1A3BA129-4334-4451-80C1-E818D0C024E0}" destId="{3F66839B-2604-48B9-93F0-0AEBAD67D51C}" srcOrd="0" destOrd="0" presId="urn:microsoft.com/office/officeart/2018/2/layout/IconLabelList"/>
    <dgm:cxn modelId="{EE3B29A6-1691-42CC-ABD4-CD6605BA3BF5}" srcId="{1A3BA129-4334-4451-80C1-E818D0C024E0}" destId="{9359C545-4C96-4641-A870-51257644AA31}" srcOrd="3" destOrd="0" parTransId="{E1448617-8627-41F7-9A61-DB6A54EB584D}" sibTransId="{9728E82C-79CA-4342-BFD9-9CFB0E936E9F}"/>
    <dgm:cxn modelId="{585E22E6-B38D-44AE-B854-ABDF9A33AF46}" srcId="{1A3BA129-4334-4451-80C1-E818D0C024E0}" destId="{EFC93B25-0966-499B-A841-1A7135BA4B8B}" srcOrd="0" destOrd="0" parTransId="{DA1841FC-405A-408A-B49F-70644759ABAA}" sibTransId="{FFA61D39-49EC-4ACB-AA15-7266F1677D00}"/>
    <dgm:cxn modelId="{8E0FAEEC-16B0-4223-970E-4886BFACD4C0}" srcId="{1A3BA129-4334-4451-80C1-E818D0C024E0}" destId="{E2D42019-555D-4C0C-84F4-64B1D146C8F0}" srcOrd="2" destOrd="0" parTransId="{465ED3FB-FF5A-40E9-AC58-CB8FAFB903EC}" sibTransId="{3B6D590E-CD36-4C63-8C6B-7B7B5306ABA7}"/>
    <dgm:cxn modelId="{E225D2FE-183D-4F32-8B13-A7543A6FEFD2}" type="presOf" srcId="{EFC93B25-0966-499B-A841-1A7135BA4B8B}" destId="{08F8DBF8-053B-4FD0-BA3A-71936AD340D5}" srcOrd="0" destOrd="0" presId="urn:microsoft.com/office/officeart/2018/2/layout/IconLabelList"/>
    <dgm:cxn modelId="{C0C5F86D-EC1D-4A5E-ACB4-842E7F091814}" type="presParOf" srcId="{3F66839B-2604-48B9-93F0-0AEBAD67D51C}" destId="{82D0339C-9706-4136-8DE7-D517D5FAA5F7}" srcOrd="0" destOrd="0" presId="urn:microsoft.com/office/officeart/2018/2/layout/IconLabelList"/>
    <dgm:cxn modelId="{6946D880-30CC-4A30-B50D-90C5EDF57DD7}" type="presParOf" srcId="{82D0339C-9706-4136-8DE7-D517D5FAA5F7}" destId="{ECA3594D-4E86-46CB-A175-23B81DFD231D}" srcOrd="0" destOrd="0" presId="urn:microsoft.com/office/officeart/2018/2/layout/IconLabelList"/>
    <dgm:cxn modelId="{89D17129-0B2E-45F4-9BD2-764CB2A5CD8F}" type="presParOf" srcId="{82D0339C-9706-4136-8DE7-D517D5FAA5F7}" destId="{D634FACF-DEC4-4C11-A528-736489ABA93D}" srcOrd="1" destOrd="0" presId="urn:microsoft.com/office/officeart/2018/2/layout/IconLabelList"/>
    <dgm:cxn modelId="{116124EE-9281-40B1-8BF8-2684F68F6D07}" type="presParOf" srcId="{82D0339C-9706-4136-8DE7-D517D5FAA5F7}" destId="{08F8DBF8-053B-4FD0-BA3A-71936AD340D5}" srcOrd="2" destOrd="0" presId="urn:microsoft.com/office/officeart/2018/2/layout/IconLabelList"/>
    <dgm:cxn modelId="{E46F7BE7-DED8-4CA9-9F7C-5F1F37F6A2B1}" type="presParOf" srcId="{3F66839B-2604-48B9-93F0-0AEBAD67D51C}" destId="{4E67EE1E-EBEB-4D2F-B596-1E14AF9A59EA}" srcOrd="1" destOrd="0" presId="urn:microsoft.com/office/officeart/2018/2/layout/IconLabelList"/>
    <dgm:cxn modelId="{1A22A385-23FF-4CFB-BE0B-3F28253A743C}" type="presParOf" srcId="{3F66839B-2604-48B9-93F0-0AEBAD67D51C}" destId="{119B7835-A049-4B55-A522-4EA5AD812F38}" srcOrd="2" destOrd="0" presId="urn:microsoft.com/office/officeart/2018/2/layout/IconLabelList"/>
    <dgm:cxn modelId="{BF699B40-596E-4038-8292-9A3603AF7C08}" type="presParOf" srcId="{119B7835-A049-4B55-A522-4EA5AD812F38}" destId="{667750F3-C50D-4F06-82F3-B54B6DDC9640}" srcOrd="0" destOrd="0" presId="urn:microsoft.com/office/officeart/2018/2/layout/IconLabelList"/>
    <dgm:cxn modelId="{B99FEFC7-CB9D-44F6-8286-3212402CC19D}" type="presParOf" srcId="{119B7835-A049-4B55-A522-4EA5AD812F38}" destId="{749D1FB2-9CFC-4E51-BBDA-8CD39222F6EA}" srcOrd="1" destOrd="0" presId="urn:microsoft.com/office/officeart/2018/2/layout/IconLabelList"/>
    <dgm:cxn modelId="{EEFCC331-6162-417A-8B27-B9455DB0F3D4}" type="presParOf" srcId="{119B7835-A049-4B55-A522-4EA5AD812F38}" destId="{EF5D0B69-A507-4C56-9750-40DB83B7770E}" srcOrd="2" destOrd="0" presId="urn:microsoft.com/office/officeart/2018/2/layout/IconLabelList"/>
    <dgm:cxn modelId="{78285711-D81A-498E-8600-872CD5676E6D}" type="presParOf" srcId="{3F66839B-2604-48B9-93F0-0AEBAD67D51C}" destId="{987F9CAF-1308-42EB-A34C-D9C6E0B6864E}" srcOrd="3" destOrd="0" presId="urn:microsoft.com/office/officeart/2018/2/layout/IconLabelList"/>
    <dgm:cxn modelId="{74EC4DB6-0E57-4197-A8C3-D0FE58CA39B7}" type="presParOf" srcId="{3F66839B-2604-48B9-93F0-0AEBAD67D51C}" destId="{8AFA0452-46D8-4571-8392-0AAEAA67C6A8}" srcOrd="4" destOrd="0" presId="urn:microsoft.com/office/officeart/2018/2/layout/IconLabelList"/>
    <dgm:cxn modelId="{2A85E559-8DD2-4331-90FB-699EC0EE5971}" type="presParOf" srcId="{8AFA0452-46D8-4571-8392-0AAEAA67C6A8}" destId="{EDD50235-A81B-43AD-8B8B-CBDA71A7E521}" srcOrd="0" destOrd="0" presId="urn:microsoft.com/office/officeart/2018/2/layout/IconLabelList"/>
    <dgm:cxn modelId="{D66A4F24-2FCA-4E08-B77D-8B9E9607BC82}" type="presParOf" srcId="{8AFA0452-46D8-4571-8392-0AAEAA67C6A8}" destId="{C1FEB485-A8BA-4096-8E4E-D979F0F28547}" srcOrd="1" destOrd="0" presId="urn:microsoft.com/office/officeart/2018/2/layout/IconLabelList"/>
    <dgm:cxn modelId="{BEACEDAB-D5F5-4399-9CCE-C2D7A462DAFA}" type="presParOf" srcId="{8AFA0452-46D8-4571-8392-0AAEAA67C6A8}" destId="{23030C86-7A31-4B8B-BF2C-91AE86723287}" srcOrd="2" destOrd="0" presId="urn:microsoft.com/office/officeart/2018/2/layout/IconLabelList"/>
    <dgm:cxn modelId="{D5030FE4-BFC8-4E97-A61D-ED751FD14765}" type="presParOf" srcId="{3F66839B-2604-48B9-93F0-0AEBAD67D51C}" destId="{AD898FCF-34CB-4AE0-9173-C2DC7872F660}" srcOrd="5" destOrd="0" presId="urn:microsoft.com/office/officeart/2018/2/layout/IconLabelList"/>
    <dgm:cxn modelId="{F39F8030-D704-47EE-BEEF-8A8163F140AF}" type="presParOf" srcId="{3F66839B-2604-48B9-93F0-0AEBAD67D51C}" destId="{B1E1AFE9-5CB7-4F43-908C-F88F91FB7DF3}" srcOrd="6" destOrd="0" presId="urn:microsoft.com/office/officeart/2018/2/layout/IconLabelList"/>
    <dgm:cxn modelId="{AB6FF2D7-72B9-423A-863E-599DA1D12C1F}" type="presParOf" srcId="{B1E1AFE9-5CB7-4F43-908C-F88F91FB7DF3}" destId="{0D7E7226-3D38-4B91-858D-17EF879F425E}" srcOrd="0" destOrd="0" presId="urn:microsoft.com/office/officeart/2018/2/layout/IconLabelList"/>
    <dgm:cxn modelId="{A8124081-9EB1-458D-A1DE-5554A34D5E50}" type="presParOf" srcId="{B1E1AFE9-5CB7-4F43-908C-F88F91FB7DF3}" destId="{38B0A125-49B4-4E72-8DF3-EFA1A65A494D}" srcOrd="1" destOrd="0" presId="urn:microsoft.com/office/officeart/2018/2/layout/IconLabelList"/>
    <dgm:cxn modelId="{AD26702F-DC08-45E8-A5C8-B13E2C641B9B}" type="presParOf" srcId="{B1E1AFE9-5CB7-4F43-908C-F88F91FB7DF3}" destId="{09C26AB1-530E-4F97-8898-AA6DC5B398CD}" srcOrd="2" destOrd="0" presId="urn:microsoft.com/office/officeart/2018/2/layout/IconLabelList"/>
    <dgm:cxn modelId="{78BB9D35-35FF-4899-A086-ED7FE2C68968}" type="presParOf" srcId="{3F66839B-2604-48B9-93F0-0AEBAD67D51C}" destId="{CB808FC4-D95D-46A6-8C6C-542BA4B0D9D4}" srcOrd="7" destOrd="0" presId="urn:microsoft.com/office/officeart/2018/2/layout/IconLabelList"/>
    <dgm:cxn modelId="{F0679BBD-794F-46FC-8ADB-8C2E168165F6}" type="presParOf" srcId="{3F66839B-2604-48B9-93F0-0AEBAD67D51C}" destId="{38F903F3-5C21-4EC3-AECC-B1E6F88E9F84}" srcOrd="8" destOrd="0" presId="urn:microsoft.com/office/officeart/2018/2/layout/IconLabelList"/>
    <dgm:cxn modelId="{A166C95A-2096-4734-96C2-96A4C93B8A8B}" type="presParOf" srcId="{38F903F3-5C21-4EC3-AECC-B1E6F88E9F84}" destId="{28DA7522-E890-4EAF-82FA-0CB2561208F3}" srcOrd="0" destOrd="0" presId="urn:microsoft.com/office/officeart/2018/2/layout/IconLabelList"/>
    <dgm:cxn modelId="{EA3D6426-0D68-4DE8-92D7-48C9E6983A4F}" type="presParOf" srcId="{38F903F3-5C21-4EC3-AECC-B1E6F88E9F84}" destId="{CDE7BD8F-4CB6-4234-AADF-4339473CD59F}" srcOrd="1" destOrd="0" presId="urn:microsoft.com/office/officeart/2018/2/layout/IconLabelList"/>
    <dgm:cxn modelId="{875DACBF-FE2C-4579-95B6-84C56C7EF15F}" type="presParOf" srcId="{38F903F3-5C21-4EC3-AECC-B1E6F88E9F84}" destId="{ECFD4BE0-DFD2-44D3-9362-B911BB8D19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4F667-F81B-44A0-AC51-741535F8027D}">
      <dsp:nvSpPr>
        <dsp:cNvPr id="0" name=""/>
        <dsp:cNvSpPr/>
      </dsp:nvSpPr>
      <dsp:spPr>
        <a:xfrm>
          <a:off x="373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Run AI model on dashcam feed</a:t>
          </a:r>
        </a:p>
      </dsp:txBody>
      <dsp:txXfrm>
        <a:off x="3735" y="1504958"/>
        <a:ext cx="2022288" cy="1698722"/>
      </dsp:txXfrm>
    </dsp:sp>
    <dsp:sp modelId="{6BBDF2B8-05C9-4F5E-8B6A-6DF73FA111C1}">
      <dsp:nvSpPr>
        <dsp:cNvPr id="0" name=""/>
        <dsp:cNvSpPr/>
      </dsp:nvSpPr>
      <dsp:spPr>
        <a:xfrm>
          <a:off x="590198" y="7122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1</a:t>
          </a:r>
        </a:p>
      </dsp:txBody>
      <dsp:txXfrm>
        <a:off x="714584" y="836606"/>
        <a:ext cx="600589" cy="600589"/>
      </dsp:txXfrm>
    </dsp:sp>
    <dsp:sp modelId="{7928E0B0-7129-4F4A-A32B-07AAB6A7964C}">
      <dsp:nvSpPr>
        <dsp:cNvPr id="0" name=""/>
        <dsp:cNvSpPr/>
      </dsp:nvSpPr>
      <dsp:spPr>
        <a:xfrm>
          <a:off x="3735" y="3260232"/>
          <a:ext cx="2022288" cy="72"/>
        </a:xfrm>
        <a:prstGeom prst="rect">
          <a:avLst/>
        </a:prstGeom>
        <a:solidFill>
          <a:schemeClr val="accent2">
            <a:hueOff val="-161707"/>
            <a:satOff val="-9325"/>
            <a:lumOff val="959"/>
            <a:alphaOff val="0"/>
          </a:schemeClr>
        </a:solidFill>
        <a:ln w="12700" cap="flat" cmpd="sng" algn="ctr">
          <a:solidFill>
            <a:schemeClr val="accent2">
              <a:hueOff val="-161707"/>
              <a:satOff val="-9325"/>
              <a:lumOff val="9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3A8D1-457F-46C7-A294-054135A4CBA7}">
      <dsp:nvSpPr>
        <dsp:cNvPr id="0" name=""/>
        <dsp:cNvSpPr/>
      </dsp:nvSpPr>
      <dsp:spPr>
        <a:xfrm>
          <a:off x="2228252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Detect potholes in real time</a:t>
          </a:r>
        </a:p>
      </dsp:txBody>
      <dsp:txXfrm>
        <a:off x="2228252" y="1504958"/>
        <a:ext cx="2022288" cy="1698722"/>
      </dsp:txXfrm>
    </dsp:sp>
    <dsp:sp modelId="{6C6BF39F-3D3C-408A-A609-97A3586D9996}">
      <dsp:nvSpPr>
        <dsp:cNvPr id="0" name=""/>
        <dsp:cNvSpPr/>
      </dsp:nvSpPr>
      <dsp:spPr>
        <a:xfrm>
          <a:off x="2814716" y="712220"/>
          <a:ext cx="849361" cy="849361"/>
        </a:xfrm>
        <a:prstGeom prst="ellipse">
          <a:avLst/>
        </a:prstGeom>
        <a:solidFill>
          <a:schemeClr val="accent2">
            <a:hueOff val="-323414"/>
            <a:satOff val="-18651"/>
            <a:lumOff val="1917"/>
            <a:alphaOff val="0"/>
          </a:schemeClr>
        </a:solidFill>
        <a:ln w="12700" cap="flat" cmpd="sng" algn="ctr">
          <a:solidFill>
            <a:schemeClr val="accent2">
              <a:hueOff val="-323414"/>
              <a:satOff val="-18651"/>
              <a:lumOff val="19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2</a:t>
          </a:r>
        </a:p>
      </dsp:txBody>
      <dsp:txXfrm>
        <a:off x="2939102" y="836606"/>
        <a:ext cx="600589" cy="600589"/>
      </dsp:txXfrm>
    </dsp:sp>
    <dsp:sp modelId="{30171C57-2CF8-4006-B1DF-A56961223666}">
      <dsp:nvSpPr>
        <dsp:cNvPr id="0" name=""/>
        <dsp:cNvSpPr/>
      </dsp:nvSpPr>
      <dsp:spPr>
        <a:xfrm>
          <a:off x="2228252" y="3260232"/>
          <a:ext cx="2022288" cy="72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1A9A4-4F75-4149-8C32-3A38DCEA0EC3}">
      <dsp:nvSpPr>
        <dsp:cNvPr id="0" name=""/>
        <dsp:cNvSpPr/>
      </dsp:nvSpPr>
      <dsp:spPr>
        <a:xfrm>
          <a:off x="4452770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Confirm via voice (optional)</a:t>
          </a:r>
        </a:p>
      </dsp:txBody>
      <dsp:txXfrm>
        <a:off x="4452770" y="1504958"/>
        <a:ext cx="2022288" cy="1698722"/>
      </dsp:txXfrm>
    </dsp:sp>
    <dsp:sp modelId="{6C8C77B8-311C-4D29-A368-0031DE008569}">
      <dsp:nvSpPr>
        <dsp:cNvPr id="0" name=""/>
        <dsp:cNvSpPr/>
      </dsp:nvSpPr>
      <dsp:spPr>
        <a:xfrm>
          <a:off x="5039233" y="712220"/>
          <a:ext cx="849361" cy="849361"/>
        </a:xfrm>
        <a:prstGeom prst="ellipse">
          <a:avLst/>
        </a:prstGeom>
        <a:solidFill>
          <a:schemeClr val="accent2">
            <a:hueOff val="-646828"/>
            <a:satOff val="-37301"/>
            <a:lumOff val="3835"/>
            <a:alphaOff val="0"/>
          </a:schemeClr>
        </a:solidFill>
        <a:ln w="12700" cap="flat" cmpd="sng" algn="ctr">
          <a:solidFill>
            <a:schemeClr val="accent2">
              <a:hueOff val="-646828"/>
              <a:satOff val="-37301"/>
              <a:lumOff val="38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3</a:t>
          </a:r>
        </a:p>
      </dsp:txBody>
      <dsp:txXfrm>
        <a:off x="5163619" y="836606"/>
        <a:ext cx="600589" cy="600589"/>
      </dsp:txXfrm>
    </dsp:sp>
    <dsp:sp modelId="{C852F91B-5BA3-464A-B797-6B89873788BC}">
      <dsp:nvSpPr>
        <dsp:cNvPr id="0" name=""/>
        <dsp:cNvSpPr/>
      </dsp:nvSpPr>
      <dsp:spPr>
        <a:xfrm>
          <a:off x="4452770" y="3260232"/>
          <a:ext cx="2022288" cy="72"/>
        </a:xfrm>
        <a:prstGeom prst="rect">
          <a:avLst/>
        </a:prstGeom>
        <a:solidFill>
          <a:schemeClr val="accent2">
            <a:hueOff val="-808535"/>
            <a:satOff val="-46627"/>
            <a:lumOff val="4793"/>
            <a:alphaOff val="0"/>
          </a:schemeClr>
        </a:solidFill>
        <a:ln w="12700" cap="flat" cmpd="sng" algn="ctr">
          <a:solidFill>
            <a:schemeClr val="accent2">
              <a:hueOff val="-808535"/>
              <a:satOff val="-46627"/>
              <a:lumOff val="47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88B00-7FB4-43DD-B495-D1A93057A535}">
      <dsp:nvSpPr>
        <dsp:cNvPr id="0" name=""/>
        <dsp:cNvSpPr/>
      </dsp:nvSpPr>
      <dsp:spPr>
        <a:xfrm>
          <a:off x="6677287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Auto-report to cloud database</a:t>
          </a:r>
        </a:p>
      </dsp:txBody>
      <dsp:txXfrm>
        <a:off x="6677287" y="1504958"/>
        <a:ext cx="2022288" cy="1698722"/>
      </dsp:txXfrm>
    </dsp:sp>
    <dsp:sp modelId="{CFD1A4A5-13F7-4F65-A7BF-C34F225C32EF}">
      <dsp:nvSpPr>
        <dsp:cNvPr id="0" name=""/>
        <dsp:cNvSpPr/>
      </dsp:nvSpPr>
      <dsp:spPr>
        <a:xfrm>
          <a:off x="7263751" y="712220"/>
          <a:ext cx="849361" cy="849361"/>
        </a:xfrm>
        <a:prstGeom prst="ellips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4</a:t>
          </a:r>
        </a:p>
      </dsp:txBody>
      <dsp:txXfrm>
        <a:off x="7388137" y="836606"/>
        <a:ext cx="600589" cy="600589"/>
      </dsp:txXfrm>
    </dsp:sp>
    <dsp:sp modelId="{4AD89D72-67A7-4E00-A098-194B57E79569}">
      <dsp:nvSpPr>
        <dsp:cNvPr id="0" name=""/>
        <dsp:cNvSpPr/>
      </dsp:nvSpPr>
      <dsp:spPr>
        <a:xfrm>
          <a:off x="6677287" y="3260232"/>
          <a:ext cx="2022288" cy="72"/>
        </a:xfrm>
        <a:prstGeom prst="rect">
          <a:avLst/>
        </a:prstGeom>
        <a:solidFill>
          <a:schemeClr val="accent2">
            <a:hueOff val="-1131949"/>
            <a:satOff val="-65277"/>
            <a:lumOff val="6711"/>
            <a:alphaOff val="0"/>
          </a:schemeClr>
        </a:solidFill>
        <a:ln w="12700" cap="flat" cmpd="sng" algn="ctr">
          <a:solidFill>
            <a:schemeClr val="accent2">
              <a:hueOff val="-1131949"/>
              <a:satOff val="-65277"/>
              <a:lumOff val="67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42AD8-6D30-4017-B0DB-96768617155B}">
      <dsp:nvSpPr>
        <dsp:cNvPr id="0" name=""/>
        <dsp:cNvSpPr/>
      </dsp:nvSpPr>
      <dsp:spPr>
        <a:xfrm>
          <a:off x="890180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Display alerts in mobile app</a:t>
          </a:r>
        </a:p>
      </dsp:txBody>
      <dsp:txXfrm>
        <a:off x="8901805" y="1504958"/>
        <a:ext cx="2022288" cy="1698722"/>
      </dsp:txXfrm>
    </dsp:sp>
    <dsp:sp modelId="{11935A48-1ADF-43F7-9E56-463279B0D762}">
      <dsp:nvSpPr>
        <dsp:cNvPr id="0" name=""/>
        <dsp:cNvSpPr/>
      </dsp:nvSpPr>
      <dsp:spPr>
        <a:xfrm>
          <a:off x="9488268" y="712220"/>
          <a:ext cx="849361" cy="849361"/>
        </a:xfrm>
        <a:prstGeom prst="ellipse">
          <a:avLst/>
        </a:prstGeom>
        <a:solidFill>
          <a:schemeClr val="accent2">
            <a:hueOff val="-1293656"/>
            <a:satOff val="-74603"/>
            <a:lumOff val="7669"/>
            <a:alphaOff val="0"/>
          </a:schemeClr>
        </a:solidFill>
        <a:ln w="12700" cap="flat" cmpd="sng" algn="ctr">
          <a:solidFill>
            <a:schemeClr val="accent2">
              <a:hueOff val="-1293656"/>
              <a:satOff val="-74603"/>
              <a:lumOff val="76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5</a:t>
          </a:r>
        </a:p>
      </dsp:txBody>
      <dsp:txXfrm>
        <a:off x="9612654" y="836606"/>
        <a:ext cx="600589" cy="600589"/>
      </dsp:txXfrm>
    </dsp:sp>
    <dsp:sp modelId="{875A0945-332D-41A9-A027-E1CE703C7409}">
      <dsp:nvSpPr>
        <dsp:cNvPr id="0" name=""/>
        <dsp:cNvSpPr/>
      </dsp:nvSpPr>
      <dsp:spPr>
        <a:xfrm>
          <a:off x="8901805" y="3260232"/>
          <a:ext cx="2022288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3430A-B96D-466F-BBBA-54A7D54A1BFD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979BD-FB5D-4DD6-A885-13C488A7ABB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AF866-ED51-4CAA-B9FC-69C782DA0F6C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Real-time object detection</a:t>
          </a:r>
        </a:p>
      </dsp:txBody>
      <dsp:txXfrm>
        <a:off x="1059754" y="4307"/>
        <a:ext cx="5304469" cy="917536"/>
      </dsp:txXfrm>
    </dsp:sp>
    <dsp:sp modelId="{814596AF-A0EB-4771-A6CE-F77B8F985A55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41C07-3D43-4837-A6DD-E3C28C5E80BD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3F8EA-6DBF-4BEE-ADC1-A375986DF324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Configurable confidence threshold</a:t>
          </a:r>
        </a:p>
      </dsp:txBody>
      <dsp:txXfrm>
        <a:off x="1059754" y="1151227"/>
        <a:ext cx="5304469" cy="917536"/>
      </dsp:txXfrm>
    </dsp:sp>
    <dsp:sp modelId="{CB9830EE-77E6-4556-9E04-AE93D11B086C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80D55-E538-4786-84D1-76C377D76541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80106-3099-4DBE-9183-399A0647C224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Webcam or dashcam input</a:t>
          </a:r>
        </a:p>
      </dsp:txBody>
      <dsp:txXfrm>
        <a:off x="1059754" y="2298147"/>
        <a:ext cx="5304469" cy="917536"/>
      </dsp:txXfrm>
    </dsp:sp>
    <dsp:sp modelId="{9C63F1FD-9C19-4609-9CAE-245F99A08EAA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5DC24-5628-48D6-BBAC-CA9D1F84FF6B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1E591-0BDC-4A3A-9E32-FD1B5C0B493F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Headless reporting mode</a:t>
          </a:r>
        </a:p>
      </dsp:txBody>
      <dsp:txXfrm>
        <a:off x="1059754" y="3445068"/>
        <a:ext cx="5304469" cy="917536"/>
      </dsp:txXfrm>
    </dsp:sp>
    <dsp:sp modelId="{709019D6-AE35-4AA1-8730-609B4F4624AB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96BFC-D366-4617-BB84-7DE3D336D48B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0C4DC-6493-4E8E-A803-FEC65B8AEEEB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Optimized for live inference</a:t>
          </a:r>
        </a:p>
      </dsp:txBody>
      <dsp:txXfrm>
        <a:off x="1059754" y="4591988"/>
        <a:ext cx="5304469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E8F793-A120-475F-9557-2B29C11DBB3C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958B7-85BB-4944-947C-881A1624F6B6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TTS Alert</a:t>
          </a:r>
        </a:p>
      </dsp:txBody>
      <dsp:txXfrm>
        <a:off x="398656" y="1088253"/>
        <a:ext cx="2959127" cy="1837317"/>
      </dsp:txXfrm>
    </dsp:sp>
    <dsp:sp modelId="{2BE856CE-1054-40BA-92DB-07BB2AE7A21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8C9F-662A-436F-A4BF-F7A29176A502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Prevents false positives</a:t>
          </a:r>
        </a:p>
      </dsp:txBody>
      <dsp:txXfrm>
        <a:off x="4155097" y="1088253"/>
        <a:ext cx="2959127" cy="1837317"/>
      </dsp:txXfrm>
    </dsp:sp>
    <dsp:sp modelId="{6521E677-8772-4347-8B6C-7892351199C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C8A7B-02A5-414D-94BC-B5DEB11000EC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Improves report accuracy</a:t>
          </a:r>
        </a:p>
      </dsp:txBody>
      <dsp:txXfrm>
        <a:off x="7911539" y="1088253"/>
        <a:ext cx="2959127" cy="18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E5FF9-53AE-4C58-8002-6837690C0089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7E6AB-BC82-4BDD-8DB2-3FEA2D0111D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7B3119-A91B-4809-90CA-9F63AC9D780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Session management</a:t>
          </a:r>
        </a:p>
      </dsp:txBody>
      <dsp:txXfrm>
        <a:off x="1948202" y="368029"/>
        <a:ext cx="3233964" cy="1371985"/>
      </dsp:txXfrm>
    </dsp:sp>
    <dsp:sp modelId="{4116805E-EF97-49D5-AAD7-C4E46BD3678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058B2-4AFF-44CA-851D-2072E02A7D5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12402-34ED-4C97-889B-B8B25E7760D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Hazard reporting endpoints</a:t>
          </a:r>
        </a:p>
      </dsp:txBody>
      <dsp:txXfrm>
        <a:off x="7411643" y="368029"/>
        <a:ext cx="3233964" cy="1371985"/>
      </dsp:txXfrm>
    </dsp:sp>
    <dsp:sp modelId="{5E6E6D41-AAA6-44B2-BE10-ECEBB1B71C9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BBA85-6751-4939-8FA2-7F75BC905121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5EADF-C0CC-4C39-8A8C-A4B7F568A9C8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Firebase ID token auth</a:t>
          </a:r>
        </a:p>
      </dsp:txBody>
      <dsp:txXfrm>
        <a:off x="1948202" y="2452790"/>
        <a:ext cx="3233964" cy="1371985"/>
      </dsp:txXfrm>
    </dsp:sp>
    <dsp:sp modelId="{9F90CA3A-619B-4D06-9A09-90189A27EFF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52E92-600C-4C76-B7D8-02F1D56610A7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23EB4-516F-48CD-B1E9-E79E9BAD43AC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Secure request validation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2718F-15C5-4FC2-BAE3-166A2510BEBE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222ED-BC99-4551-96C5-66DA7D706682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Firestore (NoSQL DB)</a:t>
          </a:r>
        </a:p>
      </dsp:txBody>
      <dsp:txXfrm>
        <a:off x="100682" y="2427484"/>
        <a:ext cx="2370489" cy="720000"/>
      </dsp:txXfrm>
    </dsp:sp>
    <dsp:sp modelId="{F04899B2-3E65-4DFD-9B8C-F7559F6F6493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5A65E-27F4-4F15-B5AA-567AB8220DE2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Firebase Auth (Google Sign-In)</a:t>
          </a:r>
        </a:p>
      </dsp:txBody>
      <dsp:txXfrm>
        <a:off x="2886007" y="2427484"/>
        <a:ext cx="2370489" cy="720000"/>
      </dsp:txXfrm>
    </dsp:sp>
    <dsp:sp modelId="{D032C776-607B-4D1C-B28C-4C6311E4EA1A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9D65C-143D-4328-B723-F3F7A2DF2AB1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Secure cloud storage</a:t>
          </a:r>
        </a:p>
      </dsp:txBody>
      <dsp:txXfrm>
        <a:off x="5671332" y="2427484"/>
        <a:ext cx="2370489" cy="720000"/>
      </dsp:txXfrm>
    </dsp:sp>
    <dsp:sp modelId="{0AA13D65-1139-4BD3-A127-41E1050D3C4D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71874-08B4-4B69-99D0-414E268EA194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data sync</a:t>
          </a:r>
        </a:p>
      </dsp:txBody>
      <dsp:txXfrm>
        <a:off x="8456657" y="2427484"/>
        <a:ext cx="237048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1E8A3-D996-48D9-A1CE-8A152F50E6C8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830C0-9329-431D-91BE-40E29F1D22CA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Live hazard dashboard</a:t>
          </a:r>
        </a:p>
      </dsp:txBody>
      <dsp:txXfrm>
        <a:off x="100682" y="2427484"/>
        <a:ext cx="2370489" cy="720000"/>
      </dsp:txXfrm>
    </dsp:sp>
    <dsp:sp modelId="{07A03BE2-F596-4AFD-8E76-44422BDF3579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6ADB8-B194-4236-8148-D34AEECBEA76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Incident history browsing</a:t>
          </a:r>
        </a:p>
      </dsp:txBody>
      <dsp:txXfrm>
        <a:off x="2886007" y="2427484"/>
        <a:ext cx="2370489" cy="720000"/>
      </dsp:txXfrm>
    </dsp:sp>
    <dsp:sp modelId="{5B785435-7A8E-4057-9129-14058D8E8F44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A1393-6B89-4E7F-9D17-EAC486E3EE3A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 authentication</a:t>
          </a:r>
        </a:p>
      </dsp:txBody>
      <dsp:txXfrm>
        <a:off x="5671332" y="2427484"/>
        <a:ext cx="2370489" cy="720000"/>
      </dsp:txXfrm>
    </dsp:sp>
    <dsp:sp modelId="{DE6A6EFF-686B-45A7-908F-6471A2FA21A6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C4718-1B3E-489F-B10F-A175D1346B65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Cross-platform architecture</a:t>
          </a:r>
        </a:p>
      </dsp:txBody>
      <dsp:txXfrm>
        <a:off x="8456657" y="2427484"/>
        <a:ext cx="237048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51068-7106-45E8-9FE5-4E8AFA6FB8C3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51C43-7D1B-4DF8-8705-96B65B701A54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Dashcam -&gt; YOLOv8 detection</a:t>
          </a:r>
        </a:p>
      </dsp:txBody>
      <dsp:txXfrm>
        <a:off x="299702" y="1282093"/>
        <a:ext cx="2200851" cy="1366505"/>
      </dsp:txXfrm>
    </dsp:sp>
    <dsp:sp modelId="{D56FADF3-881D-4871-9AE8-460ABC46E7C7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8C212-FCB5-492C-91A4-1110F9DDBCEE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Confirmed hazard -&gt; Flask API</a:t>
          </a:r>
        </a:p>
      </dsp:txBody>
      <dsp:txXfrm>
        <a:off x="3093555" y="1282093"/>
        <a:ext cx="2200851" cy="1366505"/>
      </dsp:txXfrm>
    </dsp:sp>
    <dsp:sp modelId="{2243E318-68BB-4EF5-8C45-EE462DBAD620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697F9-AB3A-4A46-BAB3-8DDD4A3D3EC3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API -&gt; Firestore storage</a:t>
          </a:r>
        </a:p>
      </dsp:txBody>
      <dsp:txXfrm>
        <a:off x="5887408" y="1282093"/>
        <a:ext cx="2200851" cy="1366505"/>
      </dsp:txXfrm>
    </dsp:sp>
    <dsp:sp modelId="{E78318DA-4E31-4624-98F7-424B0B928A5A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43AF6-46FE-4437-8187-7E1B75745FD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Mobile app -&gt; Fetch &amp; display alerts</a:t>
          </a:r>
        </a:p>
      </dsp:txBody>
      <dsp:txXfrm>
        <a:off x="8681261" y="1282093"/>
        <a:ext cx="2200851" cy="136650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6E0C0D-25D0-47D0-9C16-734B4FE549F7}">
      <dsp:nvSpPr>
        <dsp:cNvPr id="0" name=""/>
        <dsp:cNvSpPr/>
      </dsp:nvSpPr>
      <dsp:spPr>
        <a:xfrm>
          <a:off x="562927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D83E3-CD7D-4AF0-8465-A236F2746E73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78A8A-0AEC-439C-8DD3-F6275C24AC3D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Frontend: React Native, Expo Router, TypeScript</a:t>
          </a:r>
        </a:p>
      </dsp:txBody>
      <dsp:txXfrm>
        <a:off x="100682" y="2432898"/>
        <a:ext cx="2370489" cy="720000"/>
      </dsp:txXfrm>
    </dsp:sp>
    <dsp:sp modelId="{1EFBD82F-86C1-4D68-90F8-43F57C68F12A}">
      <dsp:nvSpPr>
        <dsp:cNvPr id="0" name=""/>
        <dsp:cNvSpPr/>
      </dsp:nvSpPr>
      <dsp:spPr>
        <a:xfrm>
          <a:off x="3348252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B09D3-9D5B-4C2D-BD1E-F18ADA533CF2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44D20-6270-4DE2-BB49-A6EAC9DB0FF7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Backend: Python, Flask</a:t>
          </a:r>
        </a:p>
      </dsp:txBody>
      <dsp:txXfrm>
        <a:off x="2886007" y="2432898"/>
        <a:ext cx="2370489" cy="720000"/>
      </dsp:txXfrm>
    </dsp:sp>
    <dsp:sp modelId="{02FB5039-A01D-41D7-826A-25E5E6A256EB}">
      <dsp:nvSpPr>
        <dsp:cNvPr id="0" name=""/>
        <dsp:cNvSpPr/>
      </dsp:nvSpPr>
      <dsp:spPr>
        <a:xfrm>
          <a:off x="6133577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A236E-93A2-4AAC-833A-3512C3FB70DC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52702-B523-477E-B3C6-55A854640AE1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AI: YOLOv8, OpenCV</a:t>
          </a:r>
        </a:p>
      </dsp:txBody>
      <dsp:txXfrm>
        <a:off x="5671332" y="2432898"/>
        <a:ext cx="2370489" cy="720000"/>
      </dsp:txXfrm>
    </dsp:sp>
    <dsp:sp modelId="{5032C447-1C29-45E3-A10C-0885760165BF}">
      <dsp:nvSpPr>
        <dsp:cNvPr id="0" name=""/>
        <dsp:cNvSpPr/>
      </dsp:nvSpPr>
      <dsp:spPr>
        <a:xfrm>
          <a:off x="8918902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09776-0841-459C-BE62-7EA690E14A86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B28A1-3836-4909-9BD3-0E1AEEA11548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Cloud: Firebase Firestore, Firebase Auth</a:t>
          </a:r>
        </a:p>
      </dsp:txBody>
      <dsp:txXfrm>
        <a:off x="8456657" y="2432898"/>
        <a:ext cx="2370489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8F1A6-A15B-4AE5-B5F9-20A14A18F248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57771-1575-4F82-8528-9645D7582FAD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Jackson Parrack – Frontend</a:t>
          </a:r>
        </a:p>
      </dsp:txBody>
      <dsp:txXfrm>
        <a:off x="3845652" y="478140"/>
        <a:ext cx="1475545" cy="1475545"/>
      </dsp:txXfrm>
    </dsp:sp>
    <dsp:sp modelId="{697F7A0E-3725-4909-995F-678C7DF6D6D0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Henry Wang - Backend</a:t>
          </a:r>
        </a:p>
      </dsp:txBody>
      <dsp:txXfrm>
        <a:off x="5606630" y="478140"/>
        <a:ext cx="1475545" cy="1475545"/>
      </dsp:txXfrm>
    </dsp:sp>
    <dsp:sp modelId="{F341A380-BB0A-4887-A11E-934BFE647697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Jimmy Macdonald – AI</a:t>
          </a:r>
        </a:p>
      </dsp:txBody>
      <dsp:txXfrm>
        <a:off x="3845652" y="2239118"/>
        <a:ext cx="1475545" cy="1475545"/>
      </dsp:txXfrm>
    </dsp:sp>
    <dsp:sp modelId="{EC93DD77-33FE-4521-8424-76C61F254C2D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Aleksandre Khvadagadze - Database</a:t>
          </a:r>
        </a:p>
      </dsp:txBody>
      <dsp:txXfrm>
        <a:off x="5606630" y="2239118"/>
        <a:ext cx="1475545" cy="14755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3594D-4E86-46CB-A175-23B81DFD231D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8DBF8-053B-4FD0-BA3A-71936AD340D5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Reduces road damage reporting delay</a:t>
          </a:r>
        </a:p>
      </dsp:txBody>
      <dsp:txXfrm>
        <a:off x="127800" y="2355670"/>
        <a:ext cx="1800000" cy="720000"/>
      </dsp:txXfrm>
    </dsp:sp>
    <dsp:sp modelId="{667750F3-C50D-4F06-82F3-B54B6DDC9640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D0B69-A507-4C56-9750-40DB83B7770E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Enables crowdsourced hazard mapping</a:t>
          </a:r>
        </a:p>
      </dsp:txBody>
      <dsp:txXfrm>
        <a:off x="2242800" y="2355670"/>
        <a:ext cx="1800000" cy="720000"/>
      </dsp:txXfrm>
    </dsp:sp>
    <dsp:sp modelId="{EDD50235-A81B-43AD-8B8B-CBDA71A7E521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30C86-7A31-4B8B-BF2C-91AE86723287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Improves road safety</a:t>
          </a:r>
        </a:p>
      </dsp:txBody>
      <dsp:txXfrm>
        <a:off x="4357800" y="2355670"/>
        <a:ext cx="1800000" cy="720000"/>
      </dsp:txXfrm>
    </dsp:sp>
    <dsp:sp modelId="{0D7E7226-3D38-4B91-858D-17EF879F425E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26AB1-530E-4F97-8898-AA6DC5B398CD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Scalable cloud-first design</a:t>
          </a:r>
        </a:p>
      </dsp:txBody>
      <dsp:txXfrm>
        <a:off x="6472800" y="2355670"/>
        <a:ext cx="1800000" cy="720000"/>
      </dsp:txXfrm>
    </dsp:sp>
    <dsp:sp modelId="{28DA7522-E890-4EAF-82FA-0CB2561208F3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D4BE0-DFD2-44D3-9362-B911BB8D19AE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Real-world AI application</a:t>
          </a:r>
        </a:p>
      </dsp:txBody>
      <dsp:txXfrm>
        <a:off x="8587800" y="235567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8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1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4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4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5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7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0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2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6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77F1F-519E-4B95-8906-C400DC2809A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AEA08-D139-4737-B3FD-413EF1F5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1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6D948-9EF4-2E27-6E6C-8B681220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Vigilane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5333C-68C5-399D-29E7-EFB7D3282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Henry Wang, Jackson Parrack, Jimmy Macdonald, </a:t>
            </a:r>
            <a:endParaRPr lang="en-US"/>
          </a:p>
          <a:p>
            <a:pPr algn="l"/>
            <a:r>
              <a:rPr lang="en-US" dirty="0"/>
              <a:t>Aleksandre Khvadagadze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3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745F5-E926-B8B4-9179-A644227D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Problem</a:t>
            </a:r>
          </a:p>
        </p:txBody>
      </p:sp>
      <p:pic>
        <p:nvPicPr>
          <p:cNvPr id="5" name="Picture 4" descr="Cars in a traffic jam">
            <a:extLst>
              <a:ext uri="{FF2B5EF4-FFF2-40B4-BE49-F238E27FC236}">
                <a16:creationId xmlns:a16="http://schemas.microsoft.com/office/drawing/2014/main" id="{89413C42-F657-4240-B6C9-BA341AFC64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36" r="31155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5B81-DD6C-33BA-2EB6-390309B7A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Potholes are often unreported</a:t>
            </a:r>
          </a:p>
          <a:p>
            <a:r>
              <a:rPr lang="en-US" sz="2200"/>
              <a:t>Municipal reporting is slow</a:t>
            </a:r>
          </a:p>
          <a:p>
            <a:r>
              <a:rPr lang="en-US" sz="2200"/>
              <a:t>Drivers lack real-time awareness</a:t>
            </a:r>
          </a:p>
          <a:p>
            <a:r>
              <a:rPr lang="en-US" sz="2200"/>
              <a:t>No centralized live hazard map</a:t>
            </a:r>
          </a:p>
        </p:txBody>
      </p:sp>
    </p:spTree>
    <p:extLst>
      <p:ext uri="{BB962C8B-B14F-4D97-AF65-F5344CB8AC3E}">
        <p14:creationId xmlns:p14="http://schemas.microsoft.com/office/powerpoint/2010/main" val="3575973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30E15-5E9C-8DEA-85EA-F39B9B0E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Core Idea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9AE6D6-D548-BA90-A4F5-A7EA7CC39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12167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9973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98092-4F1B-992C-3D33-CB7553D1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AI &amp; Detection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8D30C1-97A4-6D60-5A7E-D3F25F76D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28398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980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D3B95-01F3-43FA-67E1-523E2BE3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Smart Confirmation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82023F-3671-FB5B-5927-F1216EA320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62060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709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A96F2-98D9-D188-4F6A-DDD825F7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Backend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0D5E765-3A99-A373-6D2A-0F70D4646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1210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091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98F71-37E2-291F-4599-D9516A55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E539E3-FEA2-C41F-FC0A-C81A60937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6786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694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E9522-754A-C585-C08C-BD4E7C75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Mobile Application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042048-E9AF-4EC4-2337-FB554CB40B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2830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68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870D2-E6A7-58A8-D555-065512FD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F57909-4AA0-AFE0-7435-7640827DC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11615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890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FE517-19F8-4181-BE4A-9A157F33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Tech Stack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75B20BB6-FD5F-2B24-DF17-0DC0EDD30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0844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8857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F3071-8680-5492-829D-EE8C0FD4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Team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BFF4D-C841-0F9C-8F6F-84453EA66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76778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345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BA7B-6E36-CB57-B569-F14CCF13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Why Care?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B0E9FD4-7C27-C831-F8F3-C686DEFC97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980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95851-4A95-DD77-EC8F-9BF0A1FD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Future Features</a:t>
            </a:r>
          </a:p>
        </p:txBody>
      </p:sp>
      <p:pic>
        <p:nvPicPr>
          <p:cNvPr id="5" name="Picture 4" descr="Person pointing on a map">
            <a:extLst>
              <a:ext uri="{FF2B5EF4-FFF2-40B4-BE49-F238E27FC236}">
                <a16:creationId xmlns:a16="http://schemas.microsoft.com/office/drawing/2014/main" id="{F242A7A4-C29F-A097-5988-2D48F888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29" r="3314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43D0B-AD67-96D2-FB9F-FFA3F4C92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 dirty="0"/>
              <a:t>GPS Clustering of hazards</a:t>
            </a:r>
          </a:p>
          <a:p>
            <a:r>
              <a:rPr lang="en-US" sz="2200" dirty="0"/>
              <a:t>Severity classification</a:t>
            </a:r>
          </a:p>
          <a:p>
            <a:r>
              <a:rPr lang="en-US" sz="2200" dirty="0"/>
              <a:t>City dashboard for municipalities</a:t>
            </a:r>
          </a:p>
          <a:p>
            <a:r>
              <a:rPr lang="en-US" sz="2200" dirty="0"/>
              <a:t>Heatmap visualization</a:t>
            </a:r>
          </a:p>
          <a:p>
            <a:r>
              <a:rPr lang="en-US" sz="2200" dirty="0"/>
              <a:t>Edge device deployment</a:t>
            </a:r>
          </a:p>
        </p:txBody>
      </p:sp>
    </p:spTree>
    <p:extLst>
      <p:ext uri="{BB962C8B-B14F-4D97-AF65-F5344CB8AC3E}">
        <p14:creationId xmlns:p14="http://schemas.microsoft.com/office/powerpoint/2010/main" val="35906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243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Vigilane</vt:lpstr>
      <vt:lpstr>Problem</vt:lpstr>
      <vt:lpstr>Core Idea</vt:lpstr>
      <vt:lpstr>AI &amp; Detection Layer</vt:lpstr>
      <vt:lpstr>Smart Confirmation</vt:lpstr>
      <vt:lpstr>Backend</vt:lpstr>
      <vt:lpstr>Cloud</vt:lpstr>
      <vt:lpstr>Mobile Application</vt:lpstr>
      <vt:lpstr>System Architecture</vt:lpstr>
      <vt:lpstr>Tech Stack</vt:lpstr>
      <vt:lpstr>Team Roles</vt:lpstr>
      <vt:lpstr>Why Care?</vt:lpstr>
      <vt:lpstr>Future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khvadagadze</dc:creator>
  <cp:lastModifiedBy>alexandre khvadagadze</cp:lastModifiedBy>
  <cp:revision>3</cp:revision>
  <dcterms:created xsi:type="dcterms:W3CDTF">2026-02-22T14:27:07Z</dcterms:created>
  <dcterms:modified xsi:type="dcterms:W3CDTF">2026-02-22T14:42:13Z</dcterms:modified>
</cp:coreProperties>
</file>